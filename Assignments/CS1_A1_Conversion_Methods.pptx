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45AE-2CB1-47DD-5F51-1FB317CE3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06755-2A43-6E85-AAF0-DCC288073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3EA58-5C6E-FC5A-79C5-38B40D28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829A0-81B2-615E-3688-CCF30EA8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F4574-E81D-83E8-D3CD-6CC9E1B6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4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AF8F-5148-E9E6-0499-4F9FA56D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4E56-F5AB-946C-542A-A8FE0C93B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596EC-AC10-7B8B-48BB-920200A8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E3560-54EE-0CB3-CF53-5552DDBC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E5755-6427-F823-838C-B8459DFB4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6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16D7-0AF8-4465-119E-D7F7000B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7A9FC-4FAC-5518-6918-76DDEF273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39D89-110F-2F34-E638-E7498A6F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6EEA3-9830-A8EE-4D09-1C0A0C91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FA9A5-0EFF-A5D0-5D3A-A1A6BF6C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7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5A3A-297C-96E4-9FB2-225ACBA4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D8565-E102-65D0-0A9D-B4C749650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90D4D-8512-8AE5-835D-A92140FAC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BABEE-00EE-B89C-8844-BCCAFB93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159BD-39B5-B306-702D-5FAC58E2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73CCF-E6AE-3CE5-5648-AAB7FF5B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6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B70C-5D84-28BF-22E5-C8EFE74A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39589-95B4-F2D7-4E3E-6CCB9A70B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659B8-2DCD-FADD-E5CA-0F9D85B72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CCFD5-3B94-44FB-E73B-E13D3DA11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D6952-4D15-DF2C-25F9-D5FC7C9DB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07AED-8D04-F99A-4DC0-58CFB9BA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2B1FB-9F0D-3422-4BDE-AFA058B0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0DACF-45F8-7D65-D322-C524D44B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2075-EA54-18E7-B827-48DFC633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155D3-3EFC-6D2F-80B7-19C7E91A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BB0B0-F4F3-D602-2341-11EE40FD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C0C77-2141-02A0-49CB-7B1F5D49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2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9B17A-B9AB-B31B-01D1-6D9C32EE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827BC-456F-58D1-994A-6033308C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A353E-4760-7D73-D3D0-6E41546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95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F627-D29F-DCAE-4131-58793355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CAFBC-DC1C-0307-E2B2-6D272DAB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056AE-37A3-B5E7-5427-AF7A6E622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861FB-EBA3-BADD-9BAC-0DE312EAB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B0FA5-4332-E4E9-20E2-16E99E9C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1A9ED-B042-22F7-F274-047C849BF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1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437E8-CEC9-4067-16CC-77EC4A71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7436B-14D1-4AB7-C859-21EA98F04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1AC3B-348B-1A46-E336-0037E586F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3629A-31C6-282A-AF9E-3E48B129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39DC0-43A2-B8B2-A99B-B750FFB58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51BF1-55B6-AA0D-5C33-E451F54C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3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D18A-01C1-2A38-36CF-9B82B565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2CA58-8C7C-C7B3-2FAC-14B0CDDDE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FEFC8-E946-D7CD-CB26-5390FE02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20994-1344-B4CD-4521-14FD3380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B6EB6-1467-E8E9-2BEC-B68A8913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12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2D327-D4AB-7666-F303-1C88AACF4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0BF7A-798D-436B-24CC-0BD8DA9D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F2054-96B8-1A3C-6D3F-9E15AAA3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9E345-1EAB-D24A-FFA9-0BA7CB54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9E1D9-0802-2E6C-83E6-FB16F336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2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531377-428A-4CB7-102A-E611772E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D212A-041F-8BBC-16EC-2B539715D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88D8C-7750-79B9-8486-5AE922CED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B822A-F319-462C-893A-76CECF8451E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19833-9F0B-B061-1775-D341D2F5B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9DB3-32A8-247F-AD55-D2185E8E3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5F329-9481-4E07-AD0D-DE60E6AFF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87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A7C5D9-7A4E-553C-E70B-BF9371EE6CFB}"/>
              </a:ext>
            </a:extLst>
          </p:cNvPr>
          <p:cNvSpPr txBox="1"/>
          <p:nvPr/>
        </p:nvSpPr>
        <p:spPr>
          <a:xfrm>
            <a:off x="435957" y="1516052"/>
            <a:ext cx="1132008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/>
              <a:t>CS1 - Introduction to Programming in Java</a:t>
            </a:r>
          </a:p>
          <a:p>
            <a:pPr algn="ctr"/>
            <a:endParaRPr lang="en-US" sz="4400" b="1" dirty="0"/>
          </a:p>
          <a:p>
            <a:pPr algn="ctr"/>
            <a:r>
              <a:rPr lang="en-US" sz="3600" dirty="0"/>
              <a:t>Assignment 1</a:t>
            </a:r>
          </a:p>
          <a:p>
            <a:pPr algn="ctr"/>
            <a:r>
              <a:rPr lang="en-US" sz="3600" dirty="0"/>
              <a:t>(Chapter 5, Programming Challenge 8. Conversion Program)</a:t>
            </a:r>
          </a:p>
          <a:p>
            <a:pPr algn="ctr"/>
            <a:r>
              <a:rPr lang="en-US" sz="3600" dirty="0"/>
              <a:t>Siva.Jasthi@nhcc.com</a:t>
            </a:r>
          </a:p>
        </p:txBody>
      </p:sp>
    </p:spTree>
    <p:extLst>
      <p:ext uri="{BB962C8B-B14F-4D97-AF65-F5344CB8AC3E}">
        <p14:creationId xmlns:p14="http://schemas.microsoft.com/office/powerpoint/2010/main" val="257828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390908-B954-DBCD-CC10-43C12C930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22" y="538919"/>
            <a:ext cx="8027928" cy="606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7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08658-3E66-AE62-B896-D7B150869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50" y="333236"/>
            <a:ext cx="11026650" cy="599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1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70257D-4960-4166-69CD-AC57FFFCE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3" y="678106"/>
            <a:ext cx="10983531" cy="296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2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E055C-3C08-657D-56D3-53CE3C5A1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086"/>
            <a:ext cx="7456994" cy="4915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A7C5D9-7A4E-553C-E70B-BF9371EE6CFB}"/>
              </a:ext>
            </a:extLst>
          </p:cNvPr>
          <p:cNvSpPr txBox="1"/>
          <p:nvPr/>
        </p:nvSpPr>
        <p:spPr>
          <a:xfrm>
            <a:off x="5820747" y="476086"/>
            <a:ext cx="566523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Note:</a:t>
            </a:r>
          </a:p>
          <a:p>
            <a:endParaRPr lang="en-US" dirty="0"/>
          </a:p>
          <a:p>
            <a:r>
              <a:rPr lang="en-US" dirty="0"/>
              <a:t>[1] In the sample output shown here, the option 2 is missing.</a:t>
            </a:r>
          </a:p>
          <a:p>
            <a:endParaRPr lang="en-US" dirty="0"/>
          </a:p>
          <a:p>
            <a:r>
              <a:rPr lang="en-US" dirty="0"/>
              <a:t>Make sure that your testing includes all 4 choices.</a:t>
            </a:r>
          </a:p>
          <a:p>
            <a:endParaRPr lang="en-US" dirty="0"/>
          </a:p>
          <a:p>
            <a:r>
              <a:rPr lang="en-US" dirty="0"/>
              <a:t>[2] Ensure that you display a valid error message if the users makes an incorrect choice.</a:t>
            </a:r>
          </a:p>
          <a:p>
            <a:endParaRPr lang="en-US" dirty="0"/>
          </a:p>
          <a:p>
            <a:r>
              <a:rPr lang="en-US" dirty="0"/>
              <a:t>[3] Ensure that the program does not accept the negative numbers for the distance in meters.</a:t>
            </a:r>
          </a:p>
          <a:p>
            <a:endParaRPr lang="en-US" dirty="0"/>
          </a:p>
          <a:p>
            <a:r>
              <a:rPr lang="en-US" dirty="0"/>
              <a:t>[4] Make sure that the program continues to display the menu option till the user choses the option 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3064A-AB4A-1D3A-AED7-1F20E44AE5EB}"/>
              </a:ext>
            </a:extLst>
          </p:cNvPr>
          <p:cNvSpPr txBox="1"/>
          <p:nvPr/>
        </p:nvSpPr>
        <p:spPr>
          <a:xfrm>
            <a:off x="325158" y="10675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Sample Output</a:t>
            </a:r>
          </a:p>
        </p:txBody>
      </p:sp>
    </p:spTree>
    <p:extLst>
      <p:ext uri="{BB962C8B-B14F-4D97-AF65-F5344CB8AC3E}">
        <p14:creationId xmlns:p14="http://schemas.microsoft.com/office/powerpoint/2010/main" val="1973350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A7C5D9-7A4E-553C-E70B-BF9371EE6CFB}"/>
              </a:ext>
            </a:extLst>
          </p:cNvPr>
          <p:cNvSpPr txBox="1"/>
          <p:nvPr/>
        </p:nvSpPr>
        <p:spPr>
          <a:xfrm>
            <a:off x="362338" y="387049"/>
            <a:ext cx="2712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Testing and sample output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B679B0-7CED-36C7-0EBF-32C80BE9917B}"/>
              </a:ext>
            </a:extLst>
          </p:cNvPr>
          <p:cNvSpPr txBox="1"/>
          <p:nvPr/>
        </p:nvSpPr>
        <p:spPr>
          <a:xfrm>
            <a:off x="474305" y="1108617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tbd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2F653-4D59-D4BA-4A2A-37CB965E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4320"/>
            <a:ext cx="7456994" cy="491506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F0994D-2681-C74B-B65E-477DB1267752}"/>
              </a:ext>
            </a:extLst>
          </p:cNvPr>
          <p:cNvCxnSpPr/>
          <p:nvPr/>
        </p:nvCxnSpPr>
        <p:spPr>
          <a:xfrm flipV="1">
            <a:off x="2305050" y="2057400"/>
            <a:ext cx="5705475" cy="1552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921ACE-6811-E0F6-B48D-3A79293E7422}"/>
              </a:ext>
            </a:extLst>
          </p:cNvPr>
          <p:cNvSpPr txBox="1"/>
          <p:nvPr/>
        </p:nvSpPr>
        <p:spPr>
          <a:xfrm>
            <a:off x="8229600" y="1950098"/>
            <a:ext cx="3797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Option 2 as additional test case.</a:t>
            </a:r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A3753B-F15D-750B-E30B-47EECF5C42B4}"/>
              </a:ext>
            </a:extLst>
          </p:cNvPr>
          <p:cNvCxnSpPr/>
          <p:nvPr/>
        </p:nvCxnSpPr>
        <p:spPr>
          <a:xfrm flipV="1">
            <a:off x="2305049" y="3280480"/>
            <a:ext cx="5705475" cy="1552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AB0DE7-5F50-1D88-E2B2-DA21C473D4AE}"/>
              </a:ext>
            </a:extLst>
          </p:cNvPr>
          <p:cNvSpPr txBox="1"/>
          <p:nvPr/>
        </p:nvSpPr>
        <p:spPr>
          <a:xfrm>
            <a:off x="8130074" y="3105834"/>
            <a:ext cx="30945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  <a:p>
            <a:r>
              <a:rPr lang="en-US" dirty="0"/>
              <a:t>Error: Invalid Choice. Try again!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Convert to kilometers</a:t>
            </a:r>
          </a:p>
          <a:p>
            <a:pPr marL="342900" indent="-342900">
              <a:buAutoNum type="arabicPeriod"/>
            </a:pPr>
            <a:r>
              <a:rPr lang="en-US" dirty="0"/>
              <a:t>Convert to inches</a:t>
            </a:r>
          </a:p>
          <a:p>
            <a:pPr marL="342900" indent="-342900">
              <a:buAutoNum type="arabicPeriod"/>
            </a:pPr>
            <a:r>
              <a:rPr lang="en-US" dirty="0"/>
              <a:t>Convert to feet</a:t>
            </a:r>
          </a:p>
          <a:p>
            <a:pPr marL="342900" indent="-342900">
              <a:buAutoNum type="arabicPeriod"/>
            </a:pPr>
            <a:r>
              <a:rPr lang="en-US" dirty="0"/>
              <a:t>Quit the program</a:t>
            </a:r>
          </a:p>
          <a:p>
            <a:r>
              <a:rPr lang="en-US" dirty="0"/>
              <a:t>Enter your choice: </a:t>
            </a:r>
          </a:p>
        </p:txBody>
      </p:sp>
    </p:spTree>
    <p:extLst>
      <p:ext uri="{BB962C8B-B14F-4D97-AF65-F5344CB8AC3E}">
        <p14:creationId xmlns:p14="http://schemas.microsoft.com/office/powerpoint/2010/main" val="233711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A7C5D9-7A4E-553C-E70B-BF9371EE6CFB}"/>
              </a:ext>
            </a:extLst>
          </p:cNvPr>
          <p:cNvSpPr txBox="1"/>
          <p:nvPr/>
        </p:nvSpPr>
        <p:spPr>
          <a:xfrm>
            <a:off x="819538" y="489686"/>
            <a:ext cx="1006320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to submit?</a:t>
            </a:r>
          </a:p>
          <a:p>
            <a:endParaRPr lang="en-US" dirty="0"/>
          </a:p>
          <a:p>
            <a:r>
              <a:rPr lang="en-US" dirty="0"/>
              <a:t>Submit these two files separately. Do not submit the zip files. And do not submit the whole project folder.</a:t>
            </a:r>
          </a:p>
          <a:p>
            <a:r>
              <a:rPr lang="en-US" dirty="0"/>
              <a:t>I just need these two files – java file and output text file.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A1_Conversion.java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A1_</a:t>
            </a:r>
            <a:r>
              <a:rPr lang="en-US" dirty="0"/>
              <a:t>Conversion_output.txt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Evaluation: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showKilometers</a:t>
            </a:r>
            <a:r>
              <a:rPr lang="en-US" dirty="0"/>
              <a:t> method is implemented</a:t>
            </a:r>
          </a:p>
          <a:p>
            <a:pPr marL="342900" indent="-342900">
              <a:buAutoNum type="arabicPeriod"/>
            </a:pPr>
            <a:r>
              <a:rPr lang="en-US" dirty="0" err="1"/>
              <a:t>showInches</a:t>
            </a:r>
            <a:r>
              <a:rPr lang="en-US" dirty="0"/>
              <a:t> method is implemented</a:t>
            </a:r>
          </a:p>
          <a:p>
            <a:pPr marL="342900" indent="-342900">
              <a:buAutoNum type="arabicPeriod"/>
            </a:pPr>
            <a:r>
              <a:rPr lang="en-US" dirty="0" err="1"/>
              <a:t>showFeet</a:t>
            </a:r>
            <a:r>
              <a:rPr lang="en-US" dirty="0"/>
              <a:t> method is implemented</a:t>
            </a:r>
          </a:p>
          <a:p>
            <a:pPr marL="342900" indent="-342900">
              <a:buAutoNum type="arabicPeriod"/>
            </a:pPr>
            <a:r>
              <a:rPr lang="en-US" dirty="0"/>
              <a:t>menu method is implemented</a:t>
            </a:r>
          </a:p>
          <a:p>
            <a:pPr marL="342900" indent="-342900">
              <a:buAutoNum type="arabicPeriod"/>
            </a:pPr>
            <a:r>
              <a:rPr lang="en-US" dirty="0"/>
              <a:t>main( ) method is implemented meeting the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06800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234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Jasthi, Jasthi (DI SW PLM LCS DEVOPS)</dc:creator>
  <cp:lastModifiedBy>Jasthi, Jasthi (DI SW PLM LCS DEVOPS)</cp:lastModifiedBy>
  <cp:revision>5</cp:revision>
  <dcterms:created xsi:type="dcterms:W3CDTF">2024-03-20T21:43:37Z</dcterms:created>
  <dcterms:modified xsi:type="dcterms:W3CDTF">2025-01-13T04:44:33Z</dcterms:modified>
</cp:coreProperties>
</file>