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 id="2147483737" r:id="rId2"/>
  </p:sldMasterIdLst>
  <p:notesMasterIdLst>
    <p:notesMasterId r:id="rId50"/>
  </p:notesMasterIdLst>
  <p:sldIdLst>
    <p:sldId id="256" r:id="rId3"/>
    <p:sldId id="284" r:id="rId4"/>
    <p:sldId id="325" r:id="rId5"/>
    <p:sldId id="326" r:id="rId6"/>
    <p:sldId id="327" r:id="rId7"/>
    <p:sldId id="328" r:id="rId8"/>
    <p:sldId id="368" r:id="rId9"/>
    <p:sldId id="332" r:id="rId10"/>
    <p:sldId id="336" r:id="rId11"/>
    <p:sldId id="379" r:id="rId12"/>
    <p:sldId id="337" r:id="rId13"/>
    <p:sldId id="339" r:id="rId14"/>
    <p:sldId id="329" r:id="rId15"/>
    <p:sldId id="333" r:id="rId16"/>
    <p:sldId id="334" r:id="rId17"/>
    <p:sldId id="331" r:id="rId18"/>
    <p:sldId id="342" r:id="rId19"/>
    <p:sldId id="341" r:id="rId20"/>
    <p:sldId id="344" r:id="rId21"/>
    <p:sldId id="343" r:id="rId22"/>
    <p:sldId id="346" r:id="rId23"/>
    <p:sldId id="345" r:id="rId24"/>
    <p:sldId id="383" r:id="rId25"/>
    <p:sldId id="347" r:id="rId26"/>
    <p:sldId id="348" r:id="rId27"/>
    <p:sldId id="349" r:id="rId28"/>
    <p:sldId id="370" r:id="rId29"/>
    <p:sldId id="350" r:id="rId30"/>
    <p:sldId id="351" r:id="rId31"/>
    <p:sldId id="352" r:id="rId32"/>
    <p:sldId id="371" r:id="rId33"/>
    <p:sldId id="380" r:id="rId34"/>
    <p:sldId id="381" r:id="rId35"/>
    <p:sldId id="355" r:id="rId36"/>
    <p:sldId id="372" r:id="rId37"/>
    <p:sldId id="356" r:id="rId38"/>
    <p:sldId id="359" r:id="rId39"/>
    <p:sldId id="373" r:id="rId40"/>
    <p:sldId id="358" r:id="rId41"/>
    <p:sldId id="360" r:id="rId42"/>
    <p:sldId id="374" r:id="rId43"/>
    <p:sldId id="364" r:id="rId44"/>
    <p:sldId id="361" r:id="rId45"/>
    <p:sldId id="382" r:id="rId46"/>
    <p:sldId id="377" r:id="rId47"/>
    <p:sldId id="378" r:id="rId48"/>
    <p:sldId id="384" r:id="rId49"/>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0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0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0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0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707">
          <p15:clr>
            <a:srgbClr val="A4A3A4"/>
          </p15:clr>
        </p15:guide>
        <p15:guide id="4" orient="horz" pos="1095">
          <p15:clr>
            <a:srgbClr val="A4A3A4"/>
          </p15:clr>
        </p15:guide>
        <p15:guide id="5" pos="416">
          <p15:clr>
            <a:srgbClr val="A4A3A4"/>
          </p15:clr>
        </p15:guide>
        <p15:guide id="6" pos="656">
          <p15:clr>
            <a:srgbClr val="A4A3A4"/>
          </p15:clr>
        </p15:guide>
        <p15:guide id="7" pos="895">
          <p15:clr>
            <a:srgbClr val="A4A3A4"/>
          </p15:clr>
        </p15:guide>
        <p15:guide id="8" pos="11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0E3"/>
    <a:srgbClr val="CCFFCC"/>
    <a:srgbClr val="99FFCC"/>
    <a:srgbClr val="FFFF00"/>
    <a:srgbClr val="FF00FF"/>
    <a:srgbClr val="00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p:normalViewPr>
  <p:slideViewPr>
    <p:cSldViewPr>
      <p:cViewPr varScale="1">
        <p:scale>
          <a:sx n="78" d="100"/>
          <a:sy n="78" d="100"/>
        </p:scale>
        <p:origin x="1594" y="62"/>
      </p:cViewPr>
      <p:guideLst>
        <p:guide orient="horz" pos="2160"/>
        <p:guide pos="2880"/>
        <p:guide orient="horz" pos="707"/>
        <p:guide orient="horz" pos="1095"/>
        <p:guide pos="416"/>
        <p:guide pos="656"/>
        <p:guide pos="895"/>
        <p:guide pos="11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345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5604A7C-E7D0-4678-8FEF-E6CCFF983A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cs typeface="+mn-cs"/>
              </a:defRPr>
            </a:lvl1pPr>
          </a:lstStyle>
          <a:p>
            <a:pPr>
              <a:defRPr/>
            </a:pPr>
            <a:endParaRPr lang="en-US"/>
          </a:p>
        </p:txBody>
      </p:sp>
      <p:sp>
        <p:nvSpPr>
          <p:cNvPr id="22531" name="Rectangle 3">
            <a:extLst>
              <a:ext uri="{FF2B5EF4-FFF2-40B4-BE49-F238E27FC236}">
                <a16:creationId xmlns:a16="http://schemas.microsoft.com/office/drawing/2014/main" id="{205E93CD-7E9B-413C-8941-4FA33401744B}"/>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cs typeface="+mn-cs"/>
              </a:defRPr>
            </a:lvl1pPr>
          </a:lstStyle>
          <a:p>
            <a:pPr>
              <a:defRPr/>
            </a:pPr>
            <a:endParaRPr lang="en-US"/>
          </a:p>
        </p:txBody>
      </p:sp>
      <p:sp>
        <p:nvSpPr>
          <p:cNvPr id="8196" name="Rectangle 4">
            <a:extLst>
              <a:ext uri="{FF2B5EF4-FFF2-40B4-BE49-F238E27FC236}">
                <a16:creationId xmlns:a16="http://schemas.microsoft.com/office/drawing/2014/main" id="{BD7F6566-2E70-F5CA-00AF-B6487DD69DBB}"/>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8B4D4976-549A-4272-A390-06DE895FD766}"/>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534" name="Rectangle 6">
            <a:extLst>
              <a:ext uri="{FF2B5EF4-FFF2-40B4-BE49-F238E27FC236}">
                <a16:creationId xmlns:a16="http://schemas.microsoft.com/office/drawing/2014/main" id="{E8927B44-788F-41FF-AB98-AD7CA05C1AD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cs typeface="+mn-cs"/>
              </a:defRPr>
            </a:lvl1pPr>
          </a:lstStyle>
          <a:p>
            <a:pPr>
              <a:defRPr/>
            </a:pPr>
            <a:endParaRPr lang="en-US"/>
          </a:p>
        </p:txBody>
      </p:sp>
      <p:sp>
        <p:nvSpPr>
          <p:cNvPr id="22535" name="Rectangle 7">
            <a:extLst>
              <a:ext uri="{FF2B5EF4-FFF2-40B4-BE49-F238E27FC236}">
                <a16:creationId xmlns:a16="http://schemas.microsoft.com/office/drawing/2014/main" id="{6F335DA9-70FC-4D60-AC48-1E31295BAAB3}"/>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C2C01CC-9B87-4433-98A0-6ACE7CD8843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C19BAA9-77A1-3E16-9061-1C9F337B13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47BA306-9850-4860-8B6B-6FDA01205077}" type="slidenum">
              <a:rPr kumimoji="0" lang="en-US" altLang="en-US"/>
              <a:pPr>
                <a:spcBef>
                  <a:spcPct val="0"/>
                </a:spcBef>
              </a:pPr>
              <a:t>1</a:t>
            </a:fld>
            <a:endParaRPr kumimoji="0" lang="en-US" altLang="en-US"/>
          </a:p>
        </p:txBody>
      </p:sp>
      <p:sp>
        <p:nvSpPr>
          <p:cNvPr id="10243" name="Rectangle 2">
            <a:extLst>
              <a:ext uri="{FF2B5EF4-FFF2-40B4-BE49-F238E27FC236}">
                <a16:creationId xmlns:a16="http://schemas.microsoft.com/office/drawing/2014/main" id="{2C335B21-09DD-D63C-ED8B-C784EECF0420}"/>
              </a:ext>
            </a:extLst>
          </p:cNvPr>
          <p:cNvSpPr>
            <a:spLocks noChangeArrowheads="1" noTextEdit="1"/>
          </p:cNvSpPr>
          <p:nvPr>
            <p:ph type="sldImg"/>
          </p:nvPr>
        </p:nvSpPr>
        <p:spPr>
          <a:ln/>
        </p:spPr>
      </p:sp>
      <p:sp>
        <p:nvSpPr>
          <p:cNvPr id="10244" name="Rectangle 3">
            <a:extLst>
              <a:ext uri="{FF2B5EF4-FFF2-40B4-BE49-F238E27FC236}">
                <a16:creationId xmlns:a16="http://schemas.microsoft.com/office/drawing/2014/main" id="{76D646D5-3F0A-8B9D-6DB5-1737D0EA2E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D8631868-F379-058F-F28E-E6FE0F249E96}"/>
              </a:ext>
            </a:extLst>
          </p:cNvPr>
          <p:cNvSpPr>
            <a:spLocks noGrp="1" noRot="1" noChangeAspect="1" noChangeArrowheads="1" noTextEdit="1"/>
          </p:cNvSpPr>
          <p:nvPr>
            <p:ph type="sldImg"/>
          </p:nvPr>
        </p:nvSpPr>
        <p:spPr>
          <a:ln/>
        </p:spPr>
      </p:sp>
      <p:sp>
        <p:nvSpPr>
          <p:cNvPr id="12291" name="Notes Placeholder 2">
            <a:extLst>
              <a:ext uri="{FF2B5EF4-FFF2-40B4-BE49-F238E27FC236}">
                <a16:creationId xmlns:a16="http://schemas.microsoft.com/office/drawing/2014/main" id="{F7B4DEAE-E946-AAD1-09EA-DEF08D48FE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2292" name="Slide Number Placeholder 3">
            <a:extLst>
              <a:ext uri="{FF2B5EF4-FFF2-40B4-BE49-F238E27FC236}">
                <a16:creationId xmlns:a16="http://schemas.microsoft.com/office/drawing/2014/main" id="{8AD1055F-FCFD-D896-7276-8368AAAAEA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EAA981F-E1CF-4786-AAE4-F88FA7389837}" type="slidenum">
              <a:rPr kumimoji="0" lang="en-US" altLang="en-US"/>
              <a:pPr>
                <a:spcBef>
                  <a:spcPct val="0"/>
                </a:spcBef>
              </a:pPr>
              <a:t>2</a:t>
            </a:fld>
            <a:endParaRPr kumimoji="0"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004B72D2-6F9D-E43F-52C1-9E1513478DB3}"/>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37651334-C5EB-70D1-CBB1-23ADD80C0F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4340" name="Slide Number Placeholder 3">
            <a:extLst>
              <a:ext uri="{FF2B5EF4-FFF2-40B4-BE49-F238E27FC236}">
                <a16:creationId xmlns:a16="http://schemas.microsoft.com/office/drawing/2014/main" id="{8BDBE30C-DE4F-C885-6AA8-6950A46FD6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37BF9F7-0A3D-4966-9C99-65E58F7017CC}" type="slidenum">
              <a:rPr kumimoji="0" lang="en-US" altLang="en-US"/>
              <a:pPr>
                <a:spcBef>
                  <a:spcPct val="0"/>
                </a:spcBef>
              </a:pPr>
              <a:t>3</a:t>
            </a:fld>
            <a:endParaRPr kumimoji="0"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5C4D1624-D0B0-F91F-FEF8-582789D17A04}"/>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0DC83246-3F70-48BB-CD48-C156211CB4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6388" name="Slide Number Placeholder 3">
            <a:extLst>
              <a:ext uri="{FF2B5EF4-FFF2-40B4-BE49-F238E27FC236}">
                <a16:creationId xmlns:a16="http://schemas.microsoft.com/office/drawing/2014/main" id="{BF95526F-83A5-F84D-A665-3E2366AE66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E08AE77-D900-4623-8154-6101D941780B}" type="slidenum">
              <a:rPr kumimoji="0" lang="en-US" altLang="en-US"/>
              <a:pPr>
                <a:spcBef>
                  <a:spcPct val="0"/>
                </a:spcBef>
              </a:pPr>
              <a:t>4</a:t>
            </a:fld>
            <a:endParaRPr kumimoji="0"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5BB4C866-F84D-A365-627C-7F4E12161AE0}"/>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578607AC-EBC5-2742-1E2E-1A00147823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8436" name="Slide Number Placeholder 3">
            <a:extLst>
              <a:ext uri="{FF2B5EF4-FFF2-40B4-BE49-F238E27FC236}">
                <a16:creationId xmlns:a16="http://schemas.microsoft.com/office/drawing/2014/main" id="{2FE9ECB1-F3D2-1ED4-FE7B-1921071EC7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57BE132-BDAC-4A03-A753-3AA4950A9FC8}" type="slidenum">
              <a:rPr kumimoji="0" lang="en-US" altLang="en-US"/>
              <a:pPr>
                <a:spcBef>
                  <a:spcPct val="0"/>
                </a:spcBef>
              </a:pPr>
              <a:t>5</a:t>
            </a:fld>
            <a:endParaRPr kumimoji="0"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E241CD2F-36F2-AF34-47F2-8E3B19AA5030}"/>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8966FC6B-2BB8-5747-D75E-843D5506BC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0484" name="Slide Number Placeholder 3">
            <a:extLst>
              <a:ext uri="{FF2B5EF4-FFF2-40B4-BE49-F238E27FC236}">
                <a16:creationId xmlns:a16="http://schemas.microsoft.com/office/drawing/2014/main" id="{34C0D55E-E71D-DD56-BD4B-15E6F0C470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408E977-63C0-4F7D-8993-F8B32C2B9DD7}" type="slidenum">
              <a:rPr kumimoji="0" lang="en-US" altLang="en-US"/>
              <a:pPr>
                <a:spcBef>
                  <a:spcPct val="0"/>
                </a:spcBef>
              </a:pPr>
              <a:t>6</a:t>
            </a:fld>
            <a:endParaRPr kumimoji="0"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3CDD9FCF-C6F5-94B8-367C-784A8A6D2F31}"/>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7666A596-556D-8BA6-305C-CDA6BD004E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2532" name="Slide Number Placeholder 3">
            <a:extLst>
              <a:ext uri="{FF2B5EF4-FFF2-40B4-BE49-F238E27FC236}">
                <a16:creationId xmlns:a16="http://schemas.microsoft.com/office/drawing/2014/main" id="{73CE85DF-A279-F615-45CB-16ACDC46CF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4457711-80A2-4940-891B-968B444DBE72}" type="slidenum">
              <a:rPr kumimoji="0" lang="en-US" altLang="en-US"/>
              <a:pPr>
                <a:spcBef>
                  <a:spcPct val="0"/>
                </a:spcBef>
              </a:pPr>
              <a:t>7</a:t>
            </a:fld>
            <a:endParaRPr kumimoji="0"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D435BF1-BAB3-5B17-9BBB-F594DDBC4B97}"/>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F83F333A-FD7D-238F-E6BC-BBA265FE87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5604" name="Slide Number Placeholder 3">
            <a:extLst>
              <a:ext uri="{FF2B5EF4-FFF2-40B4-BE49-F238E27FC236}">
                <a16:creationId xmlns:a16="http://schemas.microsoft.com/office/drawing/2014/main" id="{09A0E952-6049-64C0-4D31-0A43887873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2D5F7B6-AAB8-4E85-9E0A-154EAAA8BC00}" type="slidenum">
              <a:rPr kumimoji="0" lang="en-US" altLang="en-US"/>
              <a:pPr>
                <a:spcBef>
                  <a:spcPct val="0"/>
                </a:spcBef>
              </a:pPr>
              <a:t>9</a:t>
            </a:fld>
            <a:endParaRPr kumimoji="0"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ECE2E990-9477-C42B-AF66-F343B11164BC}"/>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3AA7F727-0E1C-6E67-AB3F-53C806ABD4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7652" name="Slide Number Placeholder 3">
            <a:extLst>
              <a:ext uri="{FF2B5EF4-FFF2-40B4-BE49-F238E27FC236}">
                <a16:creationId xmlns:a16="http://schemas.microsoft.com/office/drawing/2014/main" id="{047EF59C-BC6B-B985-E31F-A5D407DCF5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5CD7993-C125-4D79-B54F-094611587FD6}" type="slidenum">
              <a:rPr kumimoji="0" lang="en-US" altLang="en-US"/>
              <a:pPr>
                <a:spcBef>
                  <a:spcPct val="0"/>
                </a:spcBef>
              </a:pPr>
              <a:t>10</a:t>
            </a:fld>
            <a:endParaRPr kumimoji="0"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391D15F-7DF0-1D22-8E89-446233CAC6A7}"/>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0E3127F7-335E-A164-5E3E-E7414FC213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9700" name="Slide Number Placeholder 3">
            <a:extLst>
              <a:ext uri="{FF2B5EF4-FFF2-40B4-BE49-F238E27FC236}">
                <a16:creationId xmlns:a16="http://schemas.microsoft.com/office/drawing/2014/main" id="{75124ABF-8EB9-B24B-2D88-8A8F5E8251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5951A48-BF63-4AF7-A0A0-81C7442890D7}" type="slidenum">
              <a:rPr kumimoji="0" lang="en-US" altLang="en-US"/>
              <a:pPr>
                <a:spcBef>
                  <a:spcPct val="0"/>
                </a:spcBef>
              </a:pPr>
              <a:t>11</a:t>
            </a:fld>
            <a:endParaRPr kumimoji="0"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6E8B4ED3-027E-57C4-1C2F-2DA60C03F5D1}"/>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2B898AAA-B186-3F61-5EF1-9B7DCBB8A2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1748" name="Slide Number Placeholder 3">
            <a:extLst>
              <a:ext uri="{FF2B5EF4-FFF2-40B4-BE49-F238E27FC236}">
                <a16:creationId xmlns:a16="http://schemas.microsoft.com/office/drawing/2014/main" id="{906529CA-E0D4-2CDB-6BA0-51AD56BACB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33B3CBE-5250-422E-A348-AAC5C590A449}" type="slidenum">
              <a:rPr kumimoji="0" lang="en-US" altLang="en-US"/>
              <a:pPr>
                <a:spcBef>
                  <a:spcPct val="0"/>
                </a:spcBef>
              </a:pPr>
              <a:t>12</a:t>
            </a:fld>
            <a:endParaRPr kumimoji="0"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E81A06B4-8B54-B581-C064-CE8C08796CCA}"/>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CD55DF73-C851-0E8F-FD0C-8A8A890ED1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3796" name="Slide Number Placeholder 3">
            <a:extLst>
              <a:ext uri="{FF2B5EF4-FFF2-40B4-BE49-F238E27FC236}">
                <a16:creationId xmlns:a16="http://schemas.microsoft.com/office/drawing/2014/main" id="{5E47F2E4-802F-23CC-205B-01A260D038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C4748EA-B251-46EB-BE0C-0064037869ED}" type="slidenum">
              <a:rPr kumimoji="0" lang="en-US" altLang="en-US"/>
              <a:pPr>
                <a:spcBef>
                  <a:spcPct val="0"/>
                </a:spcBef>
              </a:pPr>
              <a:t>13</a:t>
            </a:fld>
            <a:endParaRPr kumimoji="0"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B252D871-3181-CECE-2807-6A9E40935E9E}"/>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FA0B68CB-FEC5-7E71-4215-117121D9EA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6868" name="Slide Number Placeholder 3">
            <a:extLst>
              <a:ext uri="{FF2B5EF4-FFF2-40B4-BE49-F238E27FC236}">
                <a16:creationId xmlns:a16="http://schemas.microsoft.com/office/drawing/2014/main" id="{0C68087A-0F55-7D1F-C936-19F64C489B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6BF65BE-12AE-4C20-8258-2BAEBF51033B}" type="slidenum">
              <a:rPr kumimoji="0" lang="en-US" altLang="en-US"/>
              <a:pPr>
                <a:spcBef>
                  <a:spcPct val="0"/>
                </a:spcBef>
              </a:pPr>
              <a:t>15</a:t>
            </a:fld>
            <a:endParaRPr kumimoji="0"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7978C48F-6273-BFD9-B44A-69E9CD022EF6}"/>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094B228D-20D0-18E5-5F5C-7B7992A100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9940" name="Slide Number Placeholder 3">
            <a:extLst>
              <a:ext uri="{FF2B5EF4-FFF2-40B4-BE49-F238E27FC236}">
                <a16:creationId xmlns:a16="http://schemas.microsoft.com/office/drawing/2014/main" id="{810758C0-19D0-75E3-B22D-6D4331FF7B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F13BE6F-CE29-4724-B316-0315E2124A7C}" type="slidenum">
              <a:rPr kumimoji="0" lang="en-US" altLang="en-US"/>
              <a:pPr>
                <a:spcBef>
                  <a:spcPct val="0"/>
                </a:spcBef>
              </a:pPr>
              <a:t>17</a:t>
            </a:fld>
            <a:endParaRPr kumimoji="0"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037BAFA8-9F38-B3A8-6138-D87BCD26E186}"/>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0585C647-24A9-48FC-7925-5AAD529A87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1988" name="Slide Number Placeholder 3">
            <a:extLst>
              <a:ext uri="{FF2B5EF4-FFF2-40B4-BE49-F238E27FC236}">
                <a16:creationId xmlns:a16="http://schemas.microsoft.com/office/drawing/2014/main" id="{7D586F54-5A31-6443-93C0-EA0A5F76D6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E36EABD-AEB5-455A-B2A9-A6C13699E5D8}" type="slidenum">
              <a:rPr kumimoji="0" lang="en-US" altLang="en-US"/>
              <a:pPr>
                <a:spcBef>
                  <a:spcPct val="0"/>
                </a:spcBef>
              </a:pPr>
              <a:t>18</a:t>
            </a:fld>
            <a:endParaRPr kumimoji="0"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14C6A78D-EB50-7207-B421-ED3273B662D0}"/>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585F4078-F481-AC99-A1BE-F154376A71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4036" name="Slide Number Placeholder 3">
            <a:extLst>
              <a:ext uri="{FF2B5EF4-FFF2-40B4-BE49-F238E27FC236}">
                <a16:creationId xmlns:a16="http://schemas.microsoft.com/office/drawing/2014/main" id="{06CE22C8-2E35-39BD-46EF-A23DE966A2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029DB30-EC8B-4967-A60E-A2DAAF640A86}" type="slidenum">
              <a:rPr kumimoji="0" lang="en-US" altLang="en-US"/>
              <a:pPr>
                <a:spcBef>
                  <a:spcPct val="0"/>
                </a:spcBef>
              </a:pPr>
              <a:t>19</a:t>
            </a:fld>
            <a:endParaRPr kumimoji="0"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2B4A40E7-C9D7-63A1-7925-BF9B59BEB302}"/>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DA32DAA2-F9F2-A78E-A38B-BC7B481DBE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Slide Number Placeholder 3">
            <a:extLst>
              <a:ext uri="{FF2B5EF4-FFF2-40B4-BE49-F238E27FC236}">
                <a16:creationId xmlns:a16="http://schemas.microsoft.com/office/drawing/2014/main" id="{AF64C336-1EF3-EF19-6BAE-BA4B77AE96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3A01204-AD18-4A31-B8D8-2DC08206C4EA}" type="slidenum">
              <a:rPr kumimoji="0" lang="en-US" altLang="en-US"/>
              <a:pPr>
                <a:spcBef>
                  <a:spcPct val="0"/>
                </a:spcBef>
              </a:pPr>
              <a:t>20</a:t>
            </a:fld>
            <a:endParaRPr kumimoji="0"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8D31133B-9381-BDBD-22AF-55FFF2D7DCFE}"/>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EDA18A21-63C4-9FCA-B7AB-F52EAEDB1C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8132" name="Slide Number Placeholder 3">
            <a:extLst>
              <a:ext uri="{FF2B5EF4-FFF2-40B4-BE49-F238E27FC236}">
                <a16:creationId xmlns:a16="http://schemas.microsoft.com/office/drawing/2014/main" id="{684EC919-705A-113D-CE97-2081A61DBB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D57075C-AFDF-4558-8310-901004050F5C}" type="slidenum">
              <a:rPr kumimoji="0" lang="en-US" altLang="en-US"/>
              <a:pPr>
                <a:spcBef>
                  <a:spcPct val="0"/>
                </a:spcBef>
              </a:pPr>
              <a:t>21</a:t>
            </a:fld>
            <a:endParaRPr kumimoji="0"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643D94FC-C49F-D0FB-75CE-9DE1E8A408A1}"/>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9938EA8E-EAB4-E3A4-DCC7-A5593F79D6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0180" name="Slide Number Placeholder 3">
            <a:extLst>
              <a:ext uri="{FF2B5EF4-FFF2-40B4-BE49-F238E27FC236}">
                <a16:creationId xmlns:a16="http://schemas.microsoft.com/office/drawing/2014/main" id="{9B72E941-54BB-FF2A-F66C-829EEEE920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B4B44B3-683F-40F0-8839-9445E02571B5}" type="slidenum">
              <a:rPr kumimoji="0" lang="en-US" altLang="en-US"/>
              <a:pPr>
                <a:spcBef>
                  <a:spcPct val="0"/>
                </a:spcBef>
              </a:pPr>
              <a:t>22</a:t>
            </a:fld>
            <a:endParaRPr kumimoji="0"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CE705322-D43D-D15F-D43A-A74CD02DFBA5}"/>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3F6D1688-5714-34E3-408C-522B3F9BB7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a:extLst>
              <a:ext uri="{FF2B5EF4-FFF2-40B4-BE49-F238E27FC236}">
                <a16:creationId xmlns:a16="http://schemas.microsoft.com/office/drawing/2014/main" id="{B4CFE379-7CF6-4DF8-ED6D-1FA35BBA7D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B0BA341-0E95-401A-8ED6-F15CDAEB8BF1}" type="slidenum">
              <a:rPr kumimoji="0" lang="en-US" altLang="en-US"/>
              <a:pPr>
                <a:spcBef>
                  <a:spcPct val="0"/>
                </a:spcBef>
              </a:pPr>
              <a:t>23</a:t>
            </a:fld>
            <a:endParaRPr kumimoji="0"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FFCDC72E-9A80-0328-61EA-07E0B49E174A}"/>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F12D22AF-DCB6-3483-5C13-66D3B3575B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4276" name="Slide Number Placeholder 3">
            <a:extLst>
              <a:ext uri="{FF2B5EF4-FFF2-40B4-BE49-F238E27FC236}">
                <a16:creationId xmlns:a16="http://schemas.microsoft.com/office/drawing/2014/main" id="{4F9A6D59-83CF-0B58-5EB4-9B4943D20B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78C2D44-929B-4CED-8482-75F621EB306D}" type="slidenum">
              <a:rPr kumimoji="0" lang="en-US" altLang="en-US"/>
              <a:pPr>
                <a:spcBef>
                  <a:spcPct val="0"/>
                </a:spcBef>
              </a:pPr>
              <a:t>24</a:t>
            </a:fld>
            <a:endParaRPr kumimoji="0"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91099409-24D6-CB88-61FB-5D637E6300E6}"/>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5F79ED80-1C11-A2EA-4062-80500EAC43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6324" name="Slide Number Placeholder 3">
            <a:extLst>
              <a:ext uri="{FF2B5EF4-FFF2-40B4-BE49-F238E27FC236}">
                <a16:creationId xmlns:a16="http://schemas.microsoft.com/office/drawing/2014/main" id="{D2073BA2-7438-D5B2-B649-C8609780C09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82FD3B6-C017-40C1-87FD-6588026DFCFB}" type="slidenum">
              <a:rPr kumimoji="0" lang="en-US" altLang="en-US"/>
              <a:pPr>
                <a:spcBef>
                  <a:spcPct val="0"/>
                </a:spcBef>
              </a:pPr>
              <a:t>25</a:t>
            </a:fld>
            <a:endParaRPr kumimoji="0"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C6BCF354-DC6A-6D43-70DE-4B90656FF9E3}"/>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A6597115-BE76-0830-294B-ED0F2717B3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8372" name="Slide Number Placeholder 3">
            <a:extLst>
              <a:ext uri="{FF2B5EF4-FFF2-40B4-BE49-F238E27FC236}">
                <a16:creationId xmlns:a16="http://schemas.microsoft.com/office/drawing/2014/main" id="{73EE2643-354F-2110-78FD-E4CD0DBE43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B564728-A35E-4311-8AD4-50F1496B0CD0}" type="slidenum">
              <a:rPr kumimoji="0" lang="en-US" altLang="en-US"/>
              <a:pPr>
                <a:spcBef>
                  <a:spcPct val="0"/>
                </a:spcBef>
              </a:pPr>
              <a:t>26</a:t>
            </a:fld>
            <a:endParaRPr kumimoji="0"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B676FC8A-6DCD-8EE1-3415-1BB9D3773467}"/>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ACA1525A-FF93-D219-77D3-8A0B03CC32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0420" name="Slide Number Placeholder 3">
            <a:extLst>
              <a:ext uri="{FF2B5EF4-FFF2-40B4-BE49-F238E27FC236}">
                <a16:creationId xmlns:a16="http://schemas.microsoft.com/office/drawing/2014/main" id="{AB583C45-D5C4-6572-0B2F-A2A25894FA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A814D8B-E75D-4895-8894-FD1C291293BB}" type="slidenum">
              <a:rPr kumimoji="0" lang="en-US" altLang="en-US"/>
              <a:pPr>
                <a:spcBef>
                  <a:spcPct val="0"/>
                </a:spcBef>
              </a:pPr>
              <a:t>27</a:t>
            </a:fld>
            <a:endParaRPr kumimoji="0"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266DB9DA-E09E-D435-E95B-61D60767DB84}"/>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73D6293A-9E95-85C9-3270-8AA53A7E79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2468" name="Slide Number Placeholder 3">
            <a:extLst>
              <a:ext uri="{FF2B5EF4-FFF2-40B4-BE49-F238E27FC236}">
                <a16:creationId xmlns:a16="http://schemas.microsoft.com/office/drawing/2014/main" id="{492A1457-EC15-FEBA-27D7-39EB2BC01B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FA516E4-50A9-427A-BFB1-5FFF2B32FD90}" type="slidenum">
              <a:rPr kumimoji="0" lang="en-US" altLang="en-US"/>
              <a:pPr>
                <a:spcBef>
                  <a:spcPct val="0"/>
                </a:spcBef>
              </a:pPr>
              <a:t>28</a:t>
            </a:fld>
            <a:endParaRPr kumimoji="0"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880844F4-AF1F-E391-7B32-AED1AAD68EE1}"/>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523F4174-F7D0-EE37-94C9-E8DC6286B8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4516" name="Slide Number Placeholder 3">
            <a:extLst>
              <a:ext uri="{FF2B5EF4-FFF2-40B4-BE49-F238E27FC236}">
                <a16:creationId xmlns:a16="http://schemas.microsoft.com/office/drawing/2014/main" id="{98556CE8-B8DA-B3C6-E0C4-C187F40D74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FF57646-1C51-4C23-A248-B48FDAB71400}" type="slidenum">
              <a:rPr kumimoji="0" lang="en-US" altLang="en-US"/>
              <a:pPr>
                <a:spcBef>
                  <a:spcPct val="0"/>
                </a:spcBef>
              </a:pPr>
              <a:t>29</a:t>
            </a:fld>
            <a:endParaRPr kumimoji="0"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6D7D83C2-4856-BA5E-B445-A69D40FC0A04}"/>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F26E8E83-9951-DF67-9FD0-BA975D3AB7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6564" name="Slide Number Placeholder 3">
            <a:extLst>
              <a:ext uri="{FF2B5EF4-FFF2-40B4-BE49-F238E27FC236}">
                <a16:creationId xmlns:a16="http://schemas.microsoft.com/office/drawing/2014/main" id="{0CBB1738-4386-91D7-950D-EEB4D51847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7820C09-C741-4FA3-8FD9-EB9AB113DB91}" type="slidenum">
              <a:rPr kumimoji="0" lang="en-US" altLang="en-US"/>
              <a:pPr>
                <a:spcBef>
                  <a:spcPct val="0"/>
                </a:spcBef>
              </a:pPr>
              <a:t>30</a:t>
            </a:fld>
            <a:endParaRPr kumimoji="0"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BC0EE01A-3B62-BCDF-90F2-6665D7708C29}"/>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F45DBD16-98BD-EB82-F300-F295C37607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8612" name="Slide Number Placeholder 3">
            <a:extLst>
              <a:ext uri="{FF2B5EF4-FFF2-40B4-BE49-F238E27FC236}">
                <a16:creationId xmlns:a16="http://schemas.microsoft.com/office/drawing/2014/main" id="{920444C3-C672-7CED-5EF3-978BCB1173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DF7ED28-0716-499E-9712-38C08AB8A602}" type="slidenum">
              <a:rPr kumimoji="0" lang="en-US" altLang="en-US"/>
              <a:pPr>
                <a:spcBef>
                  <a:spcPct val="0"/>
                </a:spcBef>
              </a:pPr>
              <a:t>31</a:t>
            </a:fld>
            <a:endParaRPr kumimoji="0"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74724A2D-E515-A288-8A33-2254F61937B8}"/>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6DEC1901-E32E-5263-9C4D-9C38C00B11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0660" name="Slide Number Placeholder 3">
            <a:extLst>
              <a:ext uri="{FF2B5EF4-FFF2-40B4-BE49-F238E27FC236}">
                <a16:creationId xmlns:a16="http://schemas.microsoft.com/office/drawing/2014/main" id="{1CFD6BC9-84A0-01EA-0B9E-FD2AE3163A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1E9228A-C106-4338-A5CA-BCDE224EDBDC}" type="slidenum">
              <a:rPr kumimoji="0" lang="en-US" altLang="en-US"/>
              <a:pPr>
                <a:spcBef>
                  <a:spcPct val="0"/>
                </a:spcBef>
              </a:pPr>
              <a:t>32</a:t>
            </a:fld>
            <a:endParaRPr kumimoji="0"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C4BFED6B-4119-657C-4607-4E31E58F1DFD}"/>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CB645A2A-854F-6035-0282-A94F6F282A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2708" name="Slide Number Placeholder 3">
            <a:extLst>
              <a:ext uri="{FF2B5EF4-FFF2-40B4-BE49-F238E27FC236}">
                <a16:creationId xmlns:a16="http://schemas.microsoft.com/office/drawing/2014/main" id="{646EC61D-8DA7-A353-2EC0-BDE1D93786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1DE0531-FA9E-4CEC-9B31-F33B24351269}" type="slidenum">
              <a:rPr kumimoji="0" lang="en-US" altLang="en-US"/>
              <a:pPr>
                <a:spcBef>
                  <a:spcPct val="0"/>
                </a:spcBef>
              </a:pPr>
              <a:t>33</a:t>
            </a:fld>
            <a:endParaRPr kumimoji="0"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85FABADC-B1AC-0643-76B8-4C8142B74A3D}"/>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8FCEED4F-AC77-81AC-26EF-1881C3FE1F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4756" name="Slide Number Placeholder 3">
            <a:extLst>
              <a:ext uri="{FF2B5EF4-FFF2-40B4-BE49-F238E27FC236}">
                <a16:creationId xmlns:a16="http://schemas.microsoft.com/office/drawing/2014/main" id="{F1A7B02E-7018-6E26-39F7-C2D03FB9B2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0BAC9CB-B49F-4962-928C-1D5444B00A31}" type="slidenum">
              <a:rPr kumimoji="0" lang="en-US" altLang="en-US"/>
              <a:pPr>
                <a:spcBef>
                  <a:spcPct val="0"/>
                </a:spcBef>
              </a:pPr>
              <a:t>34</a:t>
            </a:fld>
            <a:endParaRPr kumimoji="0"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729026E8-54F6-FA1D-35C2-EE5E77DC1F16}"/>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56E2406E-38BC-F0D5-EF6C-59ED1E7CF3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6804" name="Slide Number Placeholder 3">
            <a:extLst>
              <a:ext uri="{FF2B5EF4-FFF2-40B4-BE49-F238E27FC236}">
                <a16:creationId xmlns:a16="http://schemas.microsoft.com/office/drawing/2014/main" id="{B689BF39-948C-DEA8-BEC5-6204632294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699C4B2-EE5B-47A5-9468-974FB37C7F8F}" type="slidenum">
              <a:rPr kumimoji="0" lang="en-US" altLang="en-US"/>
              <a:pPr>
                <a:spcBef>
                  <a:spcPct val="0"/>
                </a:spcBef>
              </a:pPr>
              <a:t>35</a:t>
            </a:fld>
            <a:endParaRPr kumimoji="0"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516B71FF-B759-C31A-F061-8986921C5077}"/>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AFAC4958-2334-2E5C-B82C-1A8E49E4A5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8852" name="Slide Number Placeholder 3">
            <a:extLst>
              <a:ext uri="{FF2B5EF4-FFF2-40B4-BE49-F238E27FC236}">
                <a16:creationId xmlns:a16="http://schemas.microsoft.com/office/drawing/2014/main" id="{DA68CCB3-CF75-B543-F137-D41E257FD4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78AF4BB-E352-4E30-9E89-110F25DA31BC}" type="slidenum">
              <a:rPr kumimoji="0" lang="en-US" altLang="en-US"/>
              <a:pPr>
                <a:spcBef>
                  <a:spcPct val="0"/>
                </a:spcBef>
              </a:pPr>
              <a:t>36</a:t>
            </a:fld>
            <a:endParaRPr kumimoji="0"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ECBAD78-7B96-96EE-57F1-98686E5A474B}"/>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B9431856-0729-C3F8-0535-43A2B93E7B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0900" name="Slide Number Placeholder 3">
            <a:extLst>
              <a:ext uri="{FF2B5EF4-FFF2-40B4-BE49-F238E27FC236}">
                <a16:creationId xmlns:a16="http://schemas.microsoft.com/office/drawing/2014/main" id="{B42CCB6A-6050-6A0E-2074-2FB5F8E776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94823ED-17E8-43DE-926F-7BA0F6647E27}" type="slidenum">
              <a:rPr kumimoji="0" lang="en-US" altLang="en-US"/>
              <a:pPr>
                <a:spcBef>
                  <a:spcPct val="0"/>
                </a:spcBef>
              </a:pPr>
              <a:t>37</a:t>
            </a:fld>
            <a:endParaRPr kumimoji="0"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2112EAC1-6E3E-AA3C-F490-7D675B6C500C}"/>
              </a:ext>
            </a:extLst>
          </p:cNvPr>
          <p:cNvSpPr>
            <a:spLocks noGrp="1" noRot="1" noChangeAspect="1" noChangeArrowheads="1" noTextEdit="1"/>
          </p:cNvSpPr>
          <p:nvPr>
            <p:ph type="sldImg"/>
          </p:nvPr>
        </p:nvSpPr>
        <p:spPr>
          <a:ln/>
        </p:spPr>
      </p:sp>
      <p:sp>
        <p:nvSpPr>
          <p:cNvPr id="82947" name="Notes Placeholder 2">
            <a:extLst>
              <a:ext uri="{FF2B5EF4-FFF2-40B4-BE49-F238E27FC236}">
                <a16:creationId xmlns:a16="http://schemas.microsoft.com/office/drawing/2014/main" id="{569EC993-2064-E6B8-E333-42374837AE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2948" name="Slide Number Placeholder 3">
            <a:extLst>
              <a:ext uri="{FF2B5EF4-FFF2-40B4-BE49-F238E27FC236}">
                <a16:creationId xmlns:a16="http://schemas.microsoft.com/office/drawing/2014/main" id="{6BE515E2-61C1-C543-224E-911A001A48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6270485-20D7-46AB-B9C6-39FB763F92E1}" type="slidenum">
              <a:rPr kumimoji="0" lang="en-US" altLang="en-US"/>
              <a:pPr>
                <a:spcBef>
                  <a:spcPct val="0"/>
                </a:spcBef>
              </a:pPr>
              <a:t>38</a:t>
            </a:fld>
            <a:endParaRPr kumimoji="0"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F3D9ED9F-E555-6E53-5C00-A353894BB3AC}"/>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8E3D436D-E104-323E-55AB-4EAD148E63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4996" name="Slide Number Placeholder 3">
            <a:extLst>
              <a:ext uri="{FF2B5EF4-FFF2-40B4-BE49-F238E27FC236}">
                <a16:creationId xmlns:a16="http://schemas.microsoft.com/office/drawing/2014/main" id="{EA20F05F-30ED-5284-21F5-4A14C7D2EA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FBCB709-FF02-4FE8-A319-08E34F334DD1}" type="slidenum">
              <a:rPr kumimoji="0" lang="en-US" altLang="en-US"/>
              <a:pPr>
                <a:spcBef>
                  <a:spcPct val="0"/>
                </a:spcBef>
              </a:pPr>
              <a:t>39</a:t>
            </a:fld>
            <a:endParaRPr kumimoji="0"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F9EAB2D6-8626-5678-412E-C04263ABFB9F}"/>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60721868-6E85-11CC-AEE5-E43DC7DB5F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7044" name="Slide Number Placeholder 3">
            <a:extLst>
              <a:ext uri="{FF2B5EF4-FFF2-40B4-BE49-F238E27FC236}">
                <a16:creationId xmlns:a16="http://schemas.microsoft.com/office/drawing/2014/main" id="{0D6BEAA6-8D89-4F7A-7980-EB3C6A2C1C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F77A034-84B6-4195-866D-23119C58FEF1}" type="slidenum">
              <a:rPr kumimoji="0" lang="en-US" altLang="en-US"/>
              <a:pPr>
                <a:spcBef>
                  <a:spcPct val="0"/>
                </a:spcBef>
              </a:pPr>
              <a:t>40</a:t>
            </a:fld>
            <a:endParaRPr kumimoji="0"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141A7BEE-B7F8-6C09-C3A5-2FB1A843644E}"/>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E231868F-DFB2-7096-3762-5FDF07C027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9092" name="Slide Number Placeholder 3">
            <a:extLst>
              <a:ext uri="{FF2B5EF4-FFF2-40B4-BE49-F238E27FC236}">
                <a16:creationId xmlns:a16="http://schemas.microsoft.com/office/drawing/2014/main" id="{921AA244-200C-83D8-291F-E64F0D9D93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1876D59-0570-4DB5-B98A-EBF5F588ECDA}" type="slidenum">
              <a:rPr kumimoji="0" lang="en-US" altLang="en-US"/>
              <a:pPr>
                <a:spcBef>
                  <a:spcPct val="0"/>
                </a:spcBef>
              </a:pPr>
              <a:t>41</a:t>
            </a:fld>
            <a:endParaRPr kumimoji="0"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AC20CDB2-4E1E-D532-42EE-89A53A2CE6E2}"/>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71D69EFD-3AA9-20DE-3069-075D132CDE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1140" name="Slide Number Placeholder 3">
            <a:extLst>
              <a:ext uri="{FF2B5EF4-FFF2-40B4-BE49-F238E27FC236}">
                <a16:creationId xmlns:a16="http://schemas.microsoft.com/office/drawing/2014/main" id="{822C76F4-A9C1-4CC6-40E0-434B7902A5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64798622-8B6F-405D-AF23-B403B2817913}" type="slidenum">
              <a:rPr kumimoji="0" lang="en-US" altLang="en-US"/>
              <a:pPr>
                <a:spcBef>
                  <a:spcPct val="0"/>
                </a:spcBef>
              </a:pPr>
              <a:t>42</a:t>
            </a:fld>
            <a:endParaRPr kumimoji="0"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355EB7A9-83FD-956F-33D4-3164723E313F}"/>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a16="http://schemas.microsoft.com/office/drawing/2014/main" id="{0CC8420C-F032-E391-4669-116EE933D5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3188" name="Slide Number Placeholder 3">
            <a:extLst>
              <a:ext uri="{FF2B5EF4-FFF2-40B4-BE49-F238E27FC236}">
                <a16:creationId xmlns:a16="http://schemas.microsoft.com/office/drawing/2014/main" id="{D1773B1E-9729-17C8-9E57-BF23B2CCBF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971439A-77DA-454C-A144-3F4C8AC7C839}" type="slidenum">
              <a:rPr kumimoji="0" lang="en-US" altLang="en-US"/>
              <a:pPr>
                <a:spcBef>
                  <a:spcPct val="0"/>
                </a:spcBef>
              </a:pPr>
              <a:t>43</a:t>
            </a:fld>
            <a:endParaRPr kumimoji="0"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B246D9CC-E1F4-A6D7-AB3F-67E53747765B}"/>
              </a:ext>
            </a:extLst>
          </p:cNvPr>
          <p:cNvSpPr>
            <a:spLocks noGrp="1" noRot="1" noChangeAspect="1" noChangeArrowheads="1" noTextEdit="1"/>
          </p:cNvSpPr>
          <p:nvPr>
            <p:ph type="sldImg"/>
          </p:nvPr>
        </p:nvSpPr>
        <p:spPr>
          <a:ln/>
        </p:spPr>
      </p:sp>
      <p:sp>
        <p:nvSpPr>
          <p:cNvPr id="95235" name="Notes Placeholder 2">
            <a:extLst>
              <a:ext uri="{FF2B5EF4-FFF2-40B4-BE49-F238E27FC236}">
                <a16:creationId xmlns:a16="http://schemas.microsoft.com/office/drawing/2014/main" id="{DEA89E8F-768F-2A6F-9661-12D279EC93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5236" name="Slide Number Placeholder 3">
            <a:extLst>
              <a:ext uri="{FF2B5EF4-FFF2-40B4-BE49-F238E27FC236}">
                <a16:creationId xmlns:a16="http://schemas.microsoft.com/office/drawing/2014/main" id="{2F667206-66B6-8A26-90D6-A17D8B29F9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67F2910-6DE3-4649-B522-0E6C72465506}" type="slidenum">
              <a:rPr kumimoji="0" lang="en-US" altLang="en-US"/>
              <a:pPr>
                <a:spcBef>
                  <a:spcPct val="0"/>
                </a:spcBef>
              </a:pPr>
              <a:t>44</a:t>
            </a:fld>
            <a:endParaRPr kumimoji="0"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1BFCD9D9-6480-23F4-2389-5E3255276AA9}"/>
              </a:ext>
            </a:extLst>
          </p:cNvPr>
          <p:cNvSpPr>
            <a:spLocks noGrp="1" noRot="1" noChangeAspect="1" noChangeArrowheads="1" noTextEdit="1"/>
          </p:cNvSpPr>
          <p:nvPr>
            <p:ph type="sldImg"/>
          </p:nvPr>
        </p:nvSpPr>
        <p:spPr>
          <a:ln/>
        </p:spPr>
      </p:sp>
      <p:sp>
        <p:nvSpPr>
          <p:cNvPr id="97283" name="Notes Placeholder 2">
            <a:extLst>
              <a:ext uri="{FF2B5EF4-FFF2-40B4-BE49-F238E27FC236}">
                <a16:creationId xmlns:a16="http://schemas.microsoft.com/office/drawing/2014/main" id="{59A2EC32-FCBE-9BC7-2203-A943B102CE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7284" name="Slide Number Placeholder 3">
            <a:extLst>
              <a:ext uri="{FF2B5EF4-FFF2-40B4-BE49-F238E27FC236}">
                <a16:creationId xmlns:a16="http://schemas.microsoft.com/office/drawing/2014/main" id="{64CA9AE4-6434-6337-11F6-2CE1D02DEE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21B5B73-1EF2-4D7F-82BF-FC5F6BED202A}" type="slidenum">
              <a:rPr kumimoji="0" lang="en-US" altLang="en-US"/>
              <a:pPr>
                <a:spcBef>
                  <a:spcPct val="0"/>
                </a:spcBef>
              </a:pPr>
              <a:t>45</a:t>
            </a:fld>
            <a:endParaRPr kumimoji="0"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FDF9CBCE-71A3-F35D-194C-731C00D9E16F}"/>
              </a:ext>
            </a:extLst>
          </p:cNvPr>
          <p:cNvSpPr>
            <a:spLocks noGrp="1" noRot="1" noChangeAspect="1" noChangeArrowheads="1" noTextEdit="1"/>
          </p:cNvSpPr>
          <p:nvPr>
            <p:ph type="sldImg"/>
          </p:nvPr>
        </p:nvSpPr>
        <p:spPr>
          <a:ln/>
        </p:spPr>
      </p:sp>
      <p:sp>
        <p:nvSpPr>
          <p:cNvPr id="99331" name="Notes Placeholder 2">
            <a:extLst>
              <a:ext uri="{FF2B5EF4-FFF2-40B4-BE49-F238E27FC236}">
                <a16:creationId xmlns:a16="http://schemas.microsoft.com/office/drawing/2014/main" id="{CDBCD65E-31F3-B530-F1EC-B2077738E37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9332" name="Slide Number Placeholder 3">
            <a:extLst>
              <a:ext uri="{FF2B5EF4-FFF2-40B4-BE49-F238E27FC236}">
                <a16:creationId xmlns:a16="http://schemas.microsoft.com/office/drawing/2014/main" id="{CB163D58-F9BC-F628-6A5C-6DCC9636C1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7395B42-8A67-41CD-ADB4-AC13BBEE2E77}" type="slidenum">
              <a:rPr kumimoji="0" lang="en-US" altLang="en-US"/>
              <a:pPr>
                <a:spcBef>
                  <a:spcPct val="0"/>
                </a:spcBef>
              </a:pPr>
              <a:t>46</a:t>
            </a:fld>
            <a:endParaRPr kumimoji="0"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0" descr="DG_Bar_Blue_USLetter_RGB">
            <a:extLst>
              <a:ext uri="{FF2B5EF4-FFF2-40B4-BE49-F238E27FC236}">
                <a16:creationId xmlns:a16="http://schemas.microsoft.com/office/drawing/2014/main" id="{865663F5-32BD-83C3-8D7B-8805706AA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4840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11">
            <a:extLst>
              <a:ext uri="{FF2B5EF4-FFF2-40B4-BE49-F238E27FC236}">
                <a16:creationId xmlns:a16="http://schemas.microsoft.com/office/drawing/2014/main" id="{739F6AD0-6D37-B8A0-EFC5-7DA0EFF390EE}"/>
              </a:ext>
            </a:extLst>
          </p:cNvPr>
          <p:cNvSpPr txBox="1">
            <a:spLocks noChangeArrowheads="1"/>
          </p:cNvSpPr>
          <p:nvPr userDrawn="1"/>
        </p:nvSpPr>
        <p:spPr bwMode="auto">
          <a:xfrm>
            <a:off x="304800" y="190500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altLang="en-US" sz="2800" b="1" dirty="0">
                <a:solidFill>
                  <a:srgbClr val="629C36"/>
                </a:solidFill>
                <a:latin typeface="Tw Cen MT" pitchFamily="34" charset="0"/>
              </a:rPr>
              <a:t>C H A P T E R  4</a:t>
            </a:r>
          </a:p>
        </p:txBody>
      </p:sp>
      <p:sp>
        <p:nvSpPr>
          <p:cNvPr id="4" name="Text Box 13">
            <a:extLst>
              <a:ext uri="{FF2B5EF4-FFF2-40B4-BE49-F238E27FC236}">
                <a16:creationId xmlns:a16="http://schemas.microsoft.com/office/drawing/2014/main" id="{1B6A5F19-8DAC-0925-1EA0-9CFF996661BC}"/>
              </a:ext>
            </a:extLst>
          </p:cNvPr>
          <p:cNvSpPr txBox="1">
            <a:spLocks noChangeArrowheads="1"/>
          </p:cNvSpPr>
          <p:nvPr userDrawn="1"/>
        </p:nvSpPr>
        <p:spPr bwMode="auto">
          <a:xfrm>
            <a:off x="304800" y="2514600"/>
            <a:ext cx="3048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altLang="en-US" sz="3600" b="1" dirty="0">
                <a:latin typeface="Tw Cen MT" pitchFamily="34" charset="0"/>
              </a:rPr>
              <a:t>Loops and Files</a:t>
            </a:r>
          </a:p>
        </p:txBody>
      </p:sp>
      <p:pic>
        <p:nvPicPr>
          <p:cNvPr id="5" name="Picture 4">
            <a:extLst>
              <a:ext uri="{FF2B5EF4-FFF2-40B4-BE49-F238E27FC236}">
                <a16:creationId xmlns:a16="http://schemas.microsoft.com/office/drawing/2014/main" id="{AC7AB5BE-280F-9EC4-FF9F-2C45314898FE}"/>
              </a:ext>
            </a:extLst>
          </p:cNvPr>
          <p:cNvPicPr>
            <a:picLocks noChangeAspect="1"/>
          </p:cNvPicPr>
          <p:nvPr userDrawn="1"/>
        </p:nvPicPr>
        <p:blipFill>
          <a:blip r:embed="rId3"/>
          <a:stretch>
            <a:fillRect/>
          </a:stretch>
        </p:blipFill>
        <p:spPr>
          <a:xfrm>
            <a:off x="4038600" y="533400"/>
            <a:ext cx="4511675" cy="5638800"/>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65196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E57A53DE-FC73-1817-0E5C-464334CE7058}"/>
              </a:ext>
            </a:extLst>
          </p:cNvPr>
          <p:cNvSpPr>
            <a:spLocks noGrp="1" noChangeArrowheads="1"/>
          </p:cNvSpPr>
          <p:nvPr>
            <p:ph type="sldNum" sz="quarter" idx="10"/>
          </p:nvPr>
        </p:nvSpPr>
        <p:spPr>
          <a:ln/>
        </p:spPr>
        <p:txBody>
          <a:bodyPr/>
          <a:lstStyle>
            <a:lvl1pPr>
              <a:defRPr/>
            </a:lvl1pPr>
          </a:lstStyle>
          <a:p>
            <a:r>
              <a:rPr lang="en-US" altLang="en-US"/>
              <a:t>1-</a:t>
            </a:r>
            <a:fld id="{0EBE6AD8-04EF-4FF3-8B76-565A1FFE1942}" type="slidenum">
              <a:rPr lang="en-US" altLang="en-US"/>
              <a:pPr/>
              <a:t>‹#›</a:t>
            </a:fld>
            <a:endParaRPr lang="en-US" altLang="en-US"/>
          </a:p>
        </p:txBody>
      </p:sp>
    </p:spTree>
    <p:extLst>
      <p:ext uri="{BB962C8B-B14F-4D97-AF65-F5344CB8AC3E}">
        <p14:creationId xmlns:p14="http://schemas.microsoft.com/office/powerpoint/2010/main" val="360504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941DB99E-157A-A243-8DE6-B603681E995C}"/>
              </a:ext>
            </a:extLst>
          </p:cNvPr>
          <p:cNvSpPr>
            <a:spLocks noGrp="1" noChangeArrowheads="1"/>
          </p:cNvSpPr>
          <p:nvPr>
            <p:ph type="sldNum" sz="quarter" idx="10"/>
          </p:nvPr>
        </p:nvSpPr>
        <p:spPr>
          <a:ln/>
        </p:spPr>
        <p:txBody>
          <a:bodyPr/>
          <a:lstStyle>
            <a:lvl1pPr>
              <a:defRPr/>
            </a:lvl1pPr>
          </a:lstStyle>
          <a:p>
            <a:r>
              <a:rPr lang="en-US" altLang="en-US"/>
              <a:t>1-</a:t>
            </a:r>
            <a:fld id="{EA07E000-B657-48AC-8407-5EDEFF8FCD48}" type="slidenum">
              <a:rPr lang="en-US" altLang="en-US"/>
              <a:pPr/>
              <a:t>‹#›</a:t>
            </a:fld>
            <a:endParaRPr lang="en-US" altLang="en-US"/>
          </a:p>
        </p:txBody>
      </p:sp>
    </p:spTree>
    <p:extLst>
      <p:ext uri="{BB962C8B-B14F-4D97-AF65-F5344CB8AC3E}">
        <p14:creationId xmlns:p14="http://schemas.microsoft.com/office/powerpoint/2010/main" val="274884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27550" y="1600200"/>
            <a:ext cx="4071938"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C59A1BAF-A111-58B9-FA80-C551A6053DCB}"/>
              </a:ext>
            </a:extLst>
          </p:cNvPr>
          <p:cNvSpPr>
            <a:spLocks noGrp="1" noChangeArrowheads="1"/>
          </p:cNvSpPr>
          <p:nvPr>
            <p:ph type="sldNum" sz="quarter" idx="10"/>
          </p:nvPr>
        </p:nvSpPr>
        <p:spPr>
          <a:ln/>
        </p:spPr>
        <p:txBody>
          <a:bodyPr/>
          <a:lstStyle>
            <a:lvl1pPr>
              <a:defRPr/>
            </a:lvl1pPr>
          </a:lstStyle>
          <a:p>
            <a:r>
              <a:rPr lang="en-US" altLang="en-US"/>
              <a:t>1-</a:t>
            </a:r>
            <a:fld id="{595C0368-4237-48B8-B0B5-47662A52CDC3}" type="slidenum">
              <a:rPr lang="en-US" altLang="en-US"/>
              <a:pPr/>
              <a:t>‹#›</a:t>
            </a:fld>
            <a:endParaRPr lang="en-US" altLang="en-US"/>
          </a:p>
        </p:txBody>
      </p:sp>
    </p:spTree>
    <p:extLst>
      <p:ext uri="{BB962C8B-B14F-4D97-AF65-F5344CB8AC3E}">
        <p14:creationId xmlns:p14="http://schemas.microsoft.com/office/powerpoint/2010/main" val="184753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268CA0AD-0A83-0D79-3E0B-590048EEADF6}"/>
              </a:ext>
            </a:extLst>
          </p:cNvPr>
          <p:cNvSpPr>
            <a:spLocks noGrp="1" noChangeArrowheads="1"/>
          </p:cNvSpPr>
          <p:nvPr>
            <p:ph type="sldNum" sz="quarter" idx="10"/>
          </p:nvPr>
        </p:nvSpPr>
        <p:spPr>
          <a:ln/>
        </p:spPr>
        <p:txBody>
          <a:bodyPr/>
          <a:lstStyle>
            <a:lvl1pPr>
              <a:defRPr/>
            </a:lvl1pPr>
          </a:lstStyle>
          <a:p>
            <a:r>
              <a:rPr lang="en-US" altLang="en-US"/>
              <a:t>1-</a:t>
            </a:r>
            <a:fld id="{E493ED5A-B4A8-43CA-932C-C116D655694A}" type="slidenum">
              <a:rPr lang="en-US" altLang="en-US"/>
              <a:pPr/>
              <a:t>‹#›</a:t>
            </a:fld>
            <a:endParaRPr lang="en-US" altLang="en-US"/>
          </a:p>
        </p:txBody>
      </p:sp>
    </p:spTree>
    <p:extLst>
      <p:ext uri="{BB962C8B-B14F-4D97-AF65-F5344CB8AC3E}">
        <p14:creationId xmlns:p14="http://schemas.microsoft.com/office/powerpoint/2010/main" val="1682286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C3C22A0E-06C6-B50B-65F8-DAC123C57EC1}"/>
              </a:ext>
            </a:extLst>
          </p:cNvPr>
          <p:cNvSpPr>
            <a:spLocks noGrp="1" noChangeArrowheads="1"/>
          </p:cNvSpPr>
          <p:nvPr>
            <p:ph type="sldNum" sz="quarter" idx="10"/>
          </p:nvPr>
        </p:nvSpPr>
        <p:spPr>
          <a:ln/>
        </p:spPr>
        <p:txBody>
          <a:bodyPr/>
          <a:lstStyle>
            <a:lvl1pPr>
              <a:defRPr/>
            </a:lvl1pPr>
          </a:lstStyle>
          <a:p>
            <a:r>
              <a:rPr lang="en-US" altLang="en-US"/>
              <a:t>1-</a:t>
            </a:r>
            <a:fld id="{F9B244BF-AFB5-474D-9B75-417F622B5B09}" type="slidenum">
              <a:rPr lang="en-US" altLang="en-US"/>
              <a:pPr/>
              <a:t>‹#›</a:t>
            </a:fld>
            <a:endParaRPr lang="en-US" altLang="en-US"/>
          </a:p>
        </p:txBody>
      </p:sp>
    </p:spTree>
    <p:extLst>
      <p:ext uri="{BB962C8B-B14F-4D97-AF65-F5344CB8AC3E}">
        <p14:creationId xmlns:p14="http://schemas.microsoft.com/office/powerpoint/2010/main" val="3968491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DE4A6B0-8DF5-6D5B-563D-E0EA5700BC00}"/>
              </a:ext>
            </a:extLst>
          </p:cNvPr>
          <p:cNvSpPr>
            <a:spLocks noGrp="1" noChangeArrowheads="1"/>
          </p:cNvSpPr>
          <p:nvPr>
            <p:ph type="sldNum" sz="quarter" idx="10"/>
          </p:nvPr>
        </p:nvSpPr>
        <p:spPr>
          <a:ln/>
        </p:spPr>
        <p:txBody>
          <a:bodyPr/>
          <a:lstStyle>
            <a:lvl1pPr>
              <a:defRPr/>
            </a:lvl1pPr>
          </a:lstStyle>
          <a:p>
            <a:r>
              <a:rPr lang="en-US" altLang="en-US"/>
              <a:t>1-</a:t>
            </a:r>
            <a:fld id="{C958A1F4-8622-4A34-8DF6-B62544BBF4C9}" type="slidenum">
              <a:rPr lang="en-US" altLang="en-US"/>
              <a:pPr/>
              <a:t>‹#›</a:t>
            </a:fld>
            <a:endParaRPr lang="en-US" altLang="en-US"/>
          </a:p>
        </p:txBody>
      </p:sp>
    </p:spTree>
    <p:extLst>
      <p:ext uri="{BB962C8B-B14F-4D97-AF65-F5344CB8AC3E}">
        <p14:creationId xmlns:p14="http://schemas.microsoft.com/office/powerpoint/2010/main" val="2973676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ACE88BA-B085-F7FB-CD64-7022656E915B}"/>
              </a:ext>
            </a:extLst>
          </p:cNvPr>
          <p:cNvSpPr>
            <a:spLocks noGrp="1" noChangeArrowheads="1"/>
          </p:cNvSpPr>
          <p:nvPr>
            <p:ph type="sldNum" sz="quarter" idx="10"/>
          </p:nvPr>
        </p:nvSpPr>
        <p:spPr>
          <a:ln/>
        </p:spPr>
        <p:txBody>
          <a:bodyPr/>
          <a:lstStyle>
            <a:lvl1pPr>
              <a:defRPr/>
            </a:lvl1pPr>
          </a:lstStyle>
          <a:p>
            <a:r>
              <a:rPr lang="en-US" altLang="en-US"/>
              <a:t>1-</a:t>
            </a:r>
            <a:fld id="{D5794390-298D-450D-BB98-AADBFBF83076}" type="slidenum">
              <a:rPr lang="en-US" altLang="en-US"/>
              <a:pPr/>
              <a:t>‹#›</a:t>
            </a:fld>
            <a:endParaRPr lang="en-US" altLang="en-US"/>
          </a:p>
        </p:txBody>
      </p:sp>
    </p:spTree>
    <p:extLst>
      <p:ext uri="{BB962C8B-B14F-4D97-AF65-F5344CB8AC3E}">
        <p14:creationId xmlns:p14="http://schemas.microsoft.com/office/powerpoint/2010/main" val="133030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F9634045-9418-52D2-CCB9-2B2CDF97C64B}"/>
              </a:ext>
            </a:extLst>
          </p:cNvPr>
          <p:cNvSpPr>
            <a:spLocks noGrp="1" noChangeArrowheads="1"/>
          </p:cNvSpPr>
          <p:nvPr>
            <p:ph type="sldNum" sz="quarter" idx="10"/>
          </p:nvPr>
        </p:nvSpPr>
        <p:spPr>
          <a:ln/>
        </p:spPr>
        <p:txBody>
          <a:bodyPr/>
          <a:lstStyle>
            <a:lvl1pPr>
              <a:defRPr/>
            </a:lvl1pPr>
          </a:lstStyle>
          <a:p>
            <a:r>
              <a:rPr lang="en-US" altLang="en-US"/>
              <a:t>1-</a:t>
            </a:r>
            <a:fld id="{B14F52D1-34A4-4765-A009-91430752E4A5}" type="slidenum">
              <a:rPr lang="en-US" altLang="en-US"/>
              <a:pPr/>
              <a:t>‹#›</a:t>
            </a:fld>
            <a:endParaRPr lang="en-US" altLang="en-US"/>
          </a:p>
        </p:txBody>
      </p:sp>
    </p:spTree>
    <p:extLst>
      <p:ext uri="{BB962C8B-B14F-4D97-AF65-F5344CB8AC3E}">
        <p14:creationId xmlns:p14="http://schemas.microsoft.com/office/powerpoint/2010/main" val="1533055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EC6D0613-7A1D-F3AA-BBAA-5B46530FFE6D}"/>
              </a:ext>
            </a:extLst>
          </p:cNvPr>
          <p:cNvSpPr>
            <a:spLocks noGrp="1" noChangeArrowheads="1"/>
          </p:cNvSpPr>
          <p:nvPr>
            <p:ph type="sldNum" sz="quarter" idx="10"/>
          </p:nvPr>
        </p:nvSpPr>
        <p:spPr>
          <a:ln/>
        </p:spPr>
        <p:txBody>
          <a:bodyPr/>
          <a:lstStyle>
            <a:lvl1pPr>
              <a:defRPr/>
            </a:lvl1pPr>
          </a:lstStyle>
          <a:p>
            <a:r>
              <a:rPr lang="en-US" altLang="en-US"/>
              <a:t>1-</a:t>
            </a:r>
            <a:fld id="{609A6031-3A10-4B88-92DF-0581E599EAB3}" type="slidenum">
              <a:rPr lang="en-US" altLang="en-US"/>
              <a:pPr/>
              <a:t>‹#›</a:t>
            </a:fld>
            <a:endParaRPr lang="en-US" altLang="en-US"/>
          </a:p>
        </p:txBody>
      </p:sp>
    </p:spTree>
    <p:extLst>
      <p:ext uri="{BB962C8B-B14F-4D97-AF65-F5344CB8AC3E}">
        <p14:creationId xmlns:p14="http://schemas.microsoft.com/office/powerpoint/2010/main" val="359760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303213"/>
            <a:ext cx="2152650"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303213"/>
            <a:ext cx="63055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50ECA07-AF01-FECF-4B75-BB0406782C0D}"/>
              </a:ext>
            </a:extLst>
          </p:cNvPr>
          <p:cNvSpPr>
            <a:spLocks noGrp="1" noChangeArrowheads="1"/>
          </p:cNvSpPr>
          <p:nvPr>
            <p:ph type="sldNum" sz="quarter" idx="10"/>
          </p:nvPr>
        </p:nvSpPr>
        <p:spPr>
          <a:ln/>
        </p:spPr>
        <p:txBody>
          <a:bodyPr/>
          <a:lstStyle>
            <a:lvl1pPr>
              <a:defRPr/>
            </a:lvl1pPr>
          </a:lstStyle>
          <a:p>
            <a:r>
              <a:rPr lang="en-US" altLang="en-US"/>
              <a:t>1-</a:t>
            </a:r>
            <a:fld id="{90A552CD-1900-4082-AB82-F420FD556657}" type="slidenum">
              <a:rPr lang="en-US" altLang="en-US"/>
              <a:pPr/>
              <a:t>‹#›</a:t>
            </a:fld>
            <a:endParaRPr lang="en-US" altLang="en-US"/>
          </a:p>
        </p:txBody>
      </p:sp>
    </p:spTree>
    <p:extLst>
      <p:ext uri="{BB962C8B-B14F-4D97-AF65-F5344CB8AC3E}">
        <p14:creationId xmlns:p14="http://schemas.microsoft.com/office/powerpoint/2010/main" val="788848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2" name="Shape 18">
            <a:extLst>
              <a:ext uri="{FF2B5EF4-FFF2-40B4-BE49-F238E27FC236}">
                <a16:creationId xmlns:a16="http://schemas.microsoft.com/office/drawing/2014/main" id="{3EFD59C3-1282-781E-4F91-387CB1335C46}"/>
              </a:ext>
            </a:extLst>
          </p:cNvPr>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lgn="ctr">
              <a:defRPr/>
            </a:pPr>
            <a:endParaRPr lang="en-US" altLang="en-US" sz="1800">
              <a:solidFill>
                <a:srgbClr val="FFFFFF"/>
              </a:solidFill>
              <a:latin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3" name="Shape 21">
            <a:extLst>
              <a:ext uri="{FF2B5EF4-FFF2-40B4-BE49-F238E27FC236}">
                <a16:creationId xmlns:a16="http://schemas.microsoft.com/office/drawing/2014/main" id="{3B3A3763-31BE-7680-028E-02747FA59FCF}"/>
              </a:ext>
            </a:extLst>
          </p:cNvPr>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4" name="Shape 22">
            <a:extLst>
              <a:ext uri="{FF2B5EF4-FFF2-40B4-BE49-F238E27FC236}">
                <a16:creationId xmlns:a16="http://schemas.microsoft.com/office/drawing/2014/main" id="{42DC3D05-FE36-109D-232F-F66D1196998D}"/>
              </a:ext>
            </a:extLst>
          </p:cNvPr>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5" name="Shape 23">
            <a:extLst>
              <a:ext uri="{FF2B5EF4-FFF2-40B4-BE49-F238E27FC236}">
                <a16:creationId xmlns:a16="http://schemas.microsoft.com/office/drawing/2014/main" id="{FAF0DBC6-6EF8-47B3-D839-83BC40DC5596}"/>
              </a:ext>
            </a:extLst>
          </p:cNvPr>
          <p:cNvSpPr txBox="1">
            <a:spLocks noGrp="1"/>
          </p:cNvSpPr>
          <p:nvPr>
            <p:ph type="sldNum" idx="12"/>
          </p:nvPr>
        </p:nvSpPr>
        <p:spPr/>
        <p:txBody>
          <a:bodyPr/>
          <a:lstStyle>
            <a:lvl1pPr>
              <a:defRPr/>
            </a:lvl1pPr>
          </a:lstStyle>
          <a:p>
            <a:fld id="{E7F9D02B-9A52-4847-A9E0-AF585FD5506E}" type="slidenum">
              <a:rPr lang="en-US" altLang="en-US"/>
              <a:pPr/>
              <a:t>‹#›</a:t>
            </a:fld>
            <a:endParaRPr lang="en-US" altLang="en-US"/>
          </a:p>
        </p:txBody>
      </p:sp>
    </p:spTree>
    <p:extLst>
      <p:ext uri="{BB962C8B-B14F-4D97-AF65-F5344CB8AC3E}">
        <p14:creationId xmlns:p14="http://schemas.microsoft.com/office/powerpoint/2010/main" val="1128798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 name="Shape 12">
            <a:extLst>
              <a:ext uri="{FF2B5EF4-FFF2-40B4-BE49-F238E27FC236}">
                <a16:creationId xmlns:a16="http://schemas.microsoft.com/office/drawing/2014/main" id="{76A21889-8ADB-967B-F62C-9BB67C00EDB4}"/>
              </a:ext>
            </a:extLst>
          </p:cNvPr>
          <p:cNvSpPr txBox="1">
            <a:spLocks noGrp="1"/>
          </p:cNvSpPr>
          <p:nvPr>
            <p:ph type="ftr" idx="12"/>
          </p:nvPr>
        </p:nvSpPr>
        <p:spPr>
          <a:ln/>
        </p:spPr>
        <p:txBody>
          <a:bodyPr/>
          <a:lstStyle>
            <a:lvl1pPr>
              <a:defRPr/>
            </a:lvl1pPr>
          </a:lstStyle>
          <a:p>
            <a:pPr>
              <a:defRPr/>
            </a:pPr>
            <a:endParaRPr/>
          </a:p>
        </p:txBody>
      </p:sp>
      <p:sp>
        <p:nvSpPr>
          <p:cNvPr id="3" name="Shape 13">
            <a:extLst>
              <a:ext uri="{FF2B5EF4-FFF2-40B4-BE49-F238E27FC236}">
                <a16:creationId xmlns:a16="http://schemas.microsoft.com/office/drawing/2014/main" id="{64A9414A-24B0-A27F-5470-331A75AB1DE1}"/>
              </a:ext>
            </a:extLst>
          </p:cNvPr>
          <p:cNvSpPr txBox="1">
            <a:spLocks noGrp="1"/>
          </p:cNvSpPr>
          <p:nvPr>
            <p:ph type="dt" idx="13"/>
          </p:nvPr>
        </p:nvSpPr>
        <p:spPr>
          <a:ln/>
        </p:spPr>
        <p:txBody>
          <a:bodyPr/>
          <a:lstStyle>
            <a:lvl1pPr>
              <a:defRPr/>
            </a:lvl1pPr>
          </a:lstStyle>
          <a:p>
            <a:pPr>
              <a:defRPr/>
            </a:pPr>
            <a:endParaRPr/>
          </a:p>
        </p:txBody>
      </p:sp>
      <p:sp>
        <p:nvSpPr>
          <p:cNvPr id="4" name="Shape 14">
            <a:extLst>
              <a:ext uri="{FF2B5EF4-FFF2-40B4-BE49-F238E27FC236}">
                <a16:creationId xmlns:a16="http://schemas.microsoft.com/office/drawing/2014/main" id="{DA40AB57-6AF7-F17D-6498-FE93618197A9}"/>
              </a:ext>
            </a:extLst>
          </p:cNvPr>
          <p:cNvSpPr txBox="1">
            <a:spLocks noGrp="1"/>
          </p:cNvSpPr>
          <p:nvPr>
            <p:ph type="sldNum" idx="14"/>
          </p:nvPr>
        </p:nvSpPr>
        <p:spPr>
          <a:ln/>
        </p:spPr>
        <p:txBody>
          <a:bodyPr/>
          <a:lstStyle>
            <a:lvl1pPr>
              <a:defRPr/>
            </a:lvl1pPr>
          </a:lstStyle>
          <a:p>
            <a:fld id="{FDAF1578-7BCB-40E1-8208-C7A133EF2B6F}" type="slidenum">
              <a:rPr lang="en-US" altLang="en-US"/>
              <a:pPr/>
              <a:t>‹#›</a:t>
            </a:fld>
            <a:endParaRPr lang="en-US" altLang="en-US"/>
          </a:p>
        </p:txBody>
      </p:sp>
    </p:spTree>
    <p:extLst>
      <p:ext uri="{BB962C8B-B14F-4D97-AF65-F5344CB8AC3E}">
        <p14:creationId xmlns:p14="http://schemas.microsoft.com/office/powerpoint/2010/main" val="3724854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2" name="Shape 42">
            <a:extLst>
              <a:ext uri="{FF2B5EF4-FFF2-40B4-BE49-F238E27FC236}">
                <a16:creationId xmlns:a16="http://schemas.microsoft.com/office/drawing/2014/main" id="{BD1F8C68-D1CD-33BB-03FF-DB3D0E13062C}"/>
              </a:ext>
            </a:extLst>
          </p:cNvPr>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3" name="Shape 43">
            <a:extLst>
              <a:ext uri="{FF2B5EF4-FFF2-40B4-BE49-F238E27FC236}">
                <a16:creationId xmlns:a16="http://schemas.microsoft.com/office/drawing/2014/main" id="{6CBCADB7-A90D-BD33-987B-C551D86B8C1F}"/>
              </a:ext>
            </a:extLst>
          </p:cNvPr>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4" name="Shape 44">
            <a:extLst>
              <a:ext uri="{FF2B5EF4-FFF2-40B4-BE49-F238E27FC236}">
                <a16:creationId xmlns:a16="http://schemas.microsoft.com/office/drawing/2014/main" id="{3B8FA170-90FB-7468-10D8-A0994E579B74}"/>
              </a:ext>
            </a:extLst>
          </p:cNvPr>
          <p:cNvSpPr txBox="1">
            <a:spLocks noGrp="1"/>
          </p:cNvSpPr>
          <p:nvPr>
            <p:ph type="sldNum" idx="12"/>
          </p:nvPr>
        </p:nvSpPr>
        <p:spPr/>
        <p:txBody>
          <a:bodyPr/>
          <a:lstStyle>
            <a:lvl1pPr>
              <a:defRPr/>
            </a:lvl1pPr>
          </a:lstStyle>
          <a:p>
            <a:fld id="{562DC589-00ED-497E-A54E-7BAE1C5B98D6}" type="slidenum">
              <a:rPr lang="en-US" altLang="en-US"/>
              <a:pPr/>
              <a:t>‹#›</a:t>
            </a:fld>
            <a:endParaRPr lang="en-US" altLang="en-US"/>
          </a:p>
        </p:txBody>
      </p:sp>
    </p:spTree>
    <p:extLst>
      <p:ext uri="{BB962C8B-B14F-4D97-AF65-F5344CB8AC3E}">
        <p14:creationId xmlns:p14="http://schemas.microsoft.com/office/powerpoint/2010/main" val="1714816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 name="Shape 12">
            <a:extLst>
              <a:ext uri="{FF2B5EF4-FFF2-40B4-BE49-F238E27FC236}">
                <a16:creationId xmlns:a16="http://schemas.microsoft.com/office/drawing/2014/main" id="{A8134002-B624-2BD3-CA3B-421BB0435F32}"/>
              </a:ext>
            </a:extLst>
          </p:cNvPr>
          <p:cNvSpPr txBox="1">
            <a:spLocks noGrp="1"/>
          </p:cNvSpPr>
          <p:nvPr>
            <p:ph type="ftr" idx="12"/>
          </p:nvPr>
        </p:nvSpPr>
        <p:spPr>
          <a:ln/>
        </p:spPr>
        <p:txBody>
          <a:bodyPr/>
          <a:lstStyle>
            <a:lvl1pPr>
              <a:defRPr/>
            </a:lvl1pPr>
          </a:lstStyle>
          <a:p>
            <a:pPr>
              <a:defRPr/>
            </a:pPr>
            <a:endParaRPr/>
          </a:p>
        </p:txBody>
      </p:sp>
      <p:sp>
        <p:nvSpPr>
          <p:cNvPr id="3" name="Shape 13">
            <a:extLst>
              <a:ext uri="{FF2B5EF4-FFF2-40B4-BE49-F238E27FC236}">
                <a16:creationId xmlns:a16="http://schemas.microsoft.com/office/drawing/2014/main" id="{E4B3983F-DA8A-A068-8A7C-CE4E439A6C66}"/>
              </a:ext>
            </a:extLst>
          </p:cNvPr>
          <p:cNvSpPr txBox="1">
            <a:spLocks noGrp="1"/>
          </p:cNvSpPr>
          <p:nvPr>
            <p:ph type="dt" idx="13"/>
          </p:nvPr>
        </p:nvSpPr>
        <p:spPr>
          <a:ln/>
        </p:spPr>
        <p:txBody>
          <a:bodyPr/>
          <a:lstStyle>
            <a:lvl1pPr>
              <a:defRPr/>
            </a:lvl1pPr>
          </a:lstStyle>
          <a:p>
            <a:pPr>
              <a:defRPr/>
            </a:pPr>
            <a:endParaRPr/>
          </a:p>
        </p:txBody>
      </p:sp>
      <p:sp>
        <p:nvSpPr>
          <p:cNvPr id="4" name="Shape 14">
            <a:extLst>
              <a:ext uri="{FF2B5EF4-FFF2-40B4-BE49-F238E27FC236}">
                <a16:creationId xmlns:a16="http://schemas.microsoft.com/office/drawing/2014/main" id="{7C252ADD-63DA-487C-458C-A670F2824CC6}"/>
              </a:ext>
            </a:extLst>
          </p:cNvPr>
          <p:cNvSpPr txBox="1">
            <a:spLocks noGrp="1"/>
          </p:cNvSpPr>
          <p:nvPr>
            <p:ph type="sldNum" idx="14"/>
          </p:nvPr>
        </p:nvSpPr>
        <p:spPr>
          <a:ln/>
        </p:spPr>
        <p:txBody>
          <a:bodyPr/>
          <a:lstStyle>
            <a:lvl1pPr>
              <a:defRPr/>
            </a:lvl1pPr>
          </a:lstStyle>
          <a:p>
            <a:fld id="{364FF753-4562-4A40-8736-C18204067FE2}" type="slidenum">
              <a:rPr lang="en-US" altLang="en-US"/>
              <a:pPr/>
              <a:t>‹#›</a:t>
            </a:fld>
            <a:endParaRPr lang="en-US" altLang="en-US"/>
          </a:p>
        </p:txBody>
      </p:sp>
    </p:spTree>
    <p:extLst>
      <p:ext uri="{BB962C8B-B14F-4D97-AF65-F5344CB8AC3E}">
        <p14:creationId xmlns:p14="http://schemas.microsoft.com/office/powerpoint/2010/main" val="1774361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2" name="Shape 56">
            <a:extLst>
              <a:ext uri="{FF2B5EF4-FFF2-40B4-BE49-F238E27FC236}">
                <a16:creationId xmlns:a16="http://schemas.microsoft.com/office/drawing/2014/main" id="{83331594-A84E-E417-0663-BEFE8CB98276}"/>
              </a:ext>
            </a:extLst>
          </p:cNvPr>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3" name="Shape 57">
            <a:extLst>
              <a:ext uri="{FF2B5EF4-FFF2-40B4-BE49-F238E27FC236}">
                <a16:creationId xmlns:a16="http://schemas.microsoft.com/office/drawing/2014/main" id="{BC15DB3E-CDE6-4A15-D7B2-2655692BF4EC}"/>
              </a:ext>
            </a:extLst>
          </p:cNvPr>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4" name="Shape 58">
            <a:extLst>
              <a:ext uri="{FF2B5EF4-FFF2-40B4-BE49-F238E27FC236}">
                <a16:creationId xmlns:a16="http://schemas.microsoft.com/office/drawing/2014/main" id="{20CDC3D7-7756-100E-333D-20AE1BE916AA}"/>
              </a:ext>
            </a:extLst>
          </p:cNvPr>
          <p:cNvSpPr txBox="1">
            <a:spLocks noGrp="1"/>
          </p:cNvSpPr>
          <p:nvPr>
            <p:ph type="sldNum" idx="12"/>
          </p:nvPr>
        </p:nvSpPr>
        <p:spPr/>
        <p:txBody>
          <a:bodyPr/>
          <a:lstStyle>
            <a:lvl1pPr>
              <a:defRPr>
                <a:solidFill>
                  <a:srgbClr val="000000"/>
                </a:solidFill>
              </a:defRPr>
            </a:lvl1pPr>
          </a:lstStyle>
          <a:p>
            <a:fld id="{64520616-D5EB-4471-B407-F8D5D65AB759}" type="slidenum">
              <a:rPr lang="en-US" altLang="en-US"/>
              <a:pPr/>
              <a:t>‹#›</a:t>
            </a:fld>
            <a:endParaRPr lang="en-US" altLang="en-US"/>
          </a:p>
        </p:txBody>
      </p:sp>
    </p:spTree>
    <p:extLst>
      <p:ext uri="{BB962C8B-B14F-4D97-AF65-F5344CB8AC3E}">
        <p14:creationId xmlns:p14="http://schemas.microsoft.com/office/powerpoint/2010/main" val="19111621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 name="Shape 12">
            <a:extLst>
              <a:ext uri="{FF2B5EF4-FFF2-40B4-BE49-F238E27FC236}">
                <a16:creationId xmlns:a16="http://schemas.microsoft.com/office/drawing/2014/main" id="{4FAA75A0-628C-D7B0-C1AB-7E65F0A54D20}"/>
              </a:ext>
            </a:extLst>
          </p:cNvPr>
          <p:cNvSpPr txBox="1">
            <a:spLocks noGrp="1"/>
          </p:cNvSpPr>
          <p:nvPr>
            <p:ph type="ftr" idx="12"/>
          </p:nvPr>
        </p:nvSpPr>
        <p:spPr>
          <a:ln/>
        </p:spPr>
        <p:txBody>
          <a:bodyPr/>
          <a:lstStyle>
            <a:lvl1pPr>
              <a:defRPr/>
            </a:lvl1pPr>
          </a:lstStyle>
          <a:p>
            <a:pPr>
              <a:defRPr/>
            </a:pPr>
            <a:endParaRPr/>
          </a:p>
        </p:txBody>
      </p:sp>
      <p:sp>
        <p:nvSpPr>
          <p:cNvPr id="3" name="Shape 13">
            <a:extLst>
              <a:ext uri="{FF2B5EF4-FFF2-40B4-BE49-F238E27FC236}">
                <a16:creationId xmlns:a16="http://schemas.microsoft.com/office/drawing/2014/main" id="{01CB845B-A26F-3773-FA13-F920A54F7950}"/>
              </a:ext>
            </a:extLst>
          </p:cNvPr>
          <p:cNvSpPr txBox="1">
            <a:spLocks noGrp="1"/>
          </p:cNvSpPr>
          <p:nvPr>
            <p:ph type="dt" idx="13"/>
          </p:nvPr>
        </p:nvSpPr>
        <p:spPr>
          <a:ln/>
        </p:spPr>
        <p:txBody>
          <a:bodyPr/>
          <a:lstStyle>
            <a:lvl1pPr>
              <a:defRPr/>
            </a:lvl1pPr>
          </a:lstStyle>
          <a:p>
            <a:pPr>
              <a:defRPr/>
            </a:pPr>
            <a:endParaRPr/>
          </a:p>
        </p:txBody>
      </p:sp>
      <p:sp>
        <p:nvSpPr>
          <p:cNvPr id="4" name="Shape 14">
            <a:extLst>
              <a:ext uri="{FF2B5EF4-FFF2-40B4-BE49-F238E27FC236}">
                <a16:creationId xmlns:a16="http://schemas.microsoft.com/office/drawing/2014/main" id="{4E0B2DF5-8998-61E4-1B61-62617C461EC9}"/>
              </a:ext>
            </a:extLst>
          </p:cNvPr>
          <p:cNvSpPr txBox="1">
            <a:spLocks noGrp="1"/>
          </p:cNvSpPr>
          <p:nvPr>
            <p:ph type="sldNum" idx="14"/>
          </p:nvPr>
        </p:nvSpPr>
        <p:spPr>
          <a:ln/>
        </p:spPr>
        <p:txBody>
          <a:bodyPr/>
          <a:lstStyle>
            <a:lvl1pPr>
              <a:defRPr/>
            </a:lvl1pPr>
          </a:lstStyle>
          <a:p>
            <a:fld id="{97D6163D-CE93-4A49-9198-BE5316D07601}" type="slidenum">
              <a:rPr lang="en-US" altLang="en-US"/>
              <a:pPr/>
              <a:t>‹#›</a:t>
            </a:fld>
            <a:endParaRPr lang="en-US" altLang="en-US"/>
          </a:p>
        </p:txBody>
      </p:sp>
    </p:spTree>
    <p:extLst>
      <p:ext uri="{BB962C8B-B14F-4D97-AF65-F5344CB8AC3E}">
        <p14:creationId xmlns:p14="http://schemas.microsoft.com/office/powerpoint/2010/main" val="1933130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2" name="Shape 12">
            <a:extLst>
              <a:ext uri="{FF2B5EF4-FFF2-40B4-BE49-F238E27FC236}">
                <a16:creationId xmlns:a16="http://schemas.microsoft.com/office/drawing/2014/main" id="{EDAE0FA0-690F-4CC4-98B5-E0626228861D}"/>
              </a:ext>
            </a:extLst>
          </p:cNvPr>
          <p:cNvSpPr txBox="1">
            <a:spLocks noGrp="1"/>
          </p:cNvSpPr>
          <p:nvPr>
            <p:ph type="ftr" idx="12"/>
          </p:nvPr>
        </p:nvSpPr>
        <p:spPr>
          <a:ln/>
        </p:spPr>
        <p:txBody>
          <a:bodyPr/>
          <a:lstStyle>
            <a:lvl1pPr>
              <a:defRPr/>
            </a:lvl1pPr>
          </a:lstStyle>
          <a:p>
            <a:pPr>
              <a:defRPr/>
            </a:pPr>
            <a:endParaRPr/>
          </a:p>
        </p:txBody>
      </p:sp>
      <p:sp>
        <p:nvSpPr>
          <p:cNvPr id="3" name="Shape 13">
            <a:extLst>
              <a:ext uri="{FF2B5EF4-FFF2-40B4-BE49-F238E27FC236}">
                <a16:creationId xmlns:a16="http://schemas.microsoft.com/office/drawing/2014/main" id="{14D55674-0ECA-4803-226A-86A6DAC32EFB}"/>
              </a:ext>
            </a:extLst>
          </p:cNvPr>
          <p:cNvSpPr txBox="1">
            <a:spLocks noGrp="1"/>
          </p:cNvSpPr>
          <p:nvPr>
            <p:ph type="dt" idx="13"/>
          </p:nvPr>
        </p:nvSpPr>
        <p:spPr>
          <a:ln/>
        </p:spPr>
        <p:txBody>
          <a:bodyPr/>
          <a:lstStyle>
            <a:lvl1pPr>
              <a:defRPr/>
            </a:lvl1pPr>
          </a:lstStyle>
          <a:p>
            <a:pPr>
              <a:defRPr/>
            </a:pPr>
            <a:endParaRPr/>
          </a:p>
        </p:txBody>
      </p:sp>
      <p:sp>
        <p:nvSpPr>
          <p:cNvPr id="4" name="Shape 14">
            <a:extLst>
              <a:ext uri="{FF2B5EF4-FFF2-40B4-BE49-F238E27FC236}">
                <a16:creationId xmlns:a16="http://schemas.microsoft.com/office/drawing/2014/main" id="{7BEAA637-F0EC-0D7D-1256-198D920A8E20}"/>
              </a:ext>
            </a:extLst>
          </p:cNvPr>
          <p:cNvSpPr txBox="1">
            <a:spLocks noGrp="1"/>
          </p:cNvSpPr>
          <p:nvPr>
            <p:ph type="sldNum" idx="14"/>
          </p:nvPr>
        </p:nvSpPr>
        <p:spPr>
          <a:ln/>
        </p:spPr>
        <p:txBody>
          <a:bodyPr/>
          <a:lstStyle>
            <a:lvl1pPr>
              <a:defRPr/>
            </a:lvl1pPr>
          </a:lstStyle>
          <a:p>
            <a:fld id="{A0CB761E-409D-4ACA-90A2-AEACC449F932}" type="slidenum">
              <a:rPr lang="en-US" altLang="en-US"/>
              <a:pPr/>
              <a:t>‹#›</a:t>
            </a:fld>
            <a:endParaRPr lang="en-US" altLang="en-US"/>
          </a:p>
        </p:txBody>
      </p:sp>
    </p:spTree>
    <p:extLst>
      <p:ext uri="{BB962C8B-B14F-4D97-AF65-F5344CB8AC3E}">
        <p14:creationId xmlns:p14="http://schemas.microsoft.com/office/powerpoint/2010/main" val="29201984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 name="Shape 12">
            <a:extLst>
              <a:ext uri="{FF2B5EF4-FFF2-40B4-BE49-F238E27FC236}">
                <a16:creationId xmlns:a16="http://schemas.microsoft.com/office/drawing/2014/main" id="{75936519-F145-D0F4-ACD7-651FAD9048E2}"/>
              </a:ext>
            </a:extLst>
          </p:cNvPr>
          <p:cNvSpPr txBox="1">
            <a:spLocks noGrp="1"/>
          </p:cNvSpPr>
          <p:nvPr>
            <p:ph type="ftr" idx="12"/>
          </p:nvPr>
        </p:nvSpPr>
        <p:spPr>
          <a:ln/>
        </p:spPr>
        <p:txBody>
          <a:bodyPr/>
          <a:lstStyle>
            <a:lvl1pPr>
              <a:defRPr/>
            </a:lvl1pPr>
          </a:lstStyle>
          <a:p>
            <a:pPr>
              <a:defRPr/>
            </a:pPr>
            <a:endParaRPr/>
          </a:p>
        </p:txBody>
      </p:sp>
      <p:sp>
        <p:nvSpPr>
          <p:cNvPr id="3" name="Shape 13">
            <a:extLst>
              <a:ext uri="{FF2B5EF4-FFF2-40B4-BE49-F238E27FC236}">
                <a16:creationId xmlns:a16="http://schemas.microsoft.com/office/drawing/2014/main" id="{CA4D033B-A4F7-488F-DFE2-C3AEA595B18D}"/>
              </a:ext>
            </a:extLst>
          </p:cNvPr>
          <p:cNvSpPr txBox="1">
            <a:spLocks noGrp="1"/>
          </p:cNvSpPr>
          <p:nvPr>
            <p:ph type="dt" idx="13"/>
          </p:nvPr>
        </p:nvSpPr>
        <p:spPr>
          <a:ln/>
        </p:spPr>
        <p:txBody>
          <a:bodyPr/>
          <a:lstStyle>
            <a:lvl1pPr>
              <a:defRPr/>
            </a:lvl1pPr>
          </a:lstStyle>
          <a:p>
            <a:pPr>
              <a:defRPr/>
            </a:pPr>
            <a:endParaRPr/>
          </a:p>
        </p:txBody>
      </p:sp>
      <p:sp>
        <p:nvSpPr>
          <p:cNvPr id="4" name="Shape 14">
            <a:extLst>
              <a:ext uri="{FF2B5EF4-FFF2-40B4-BE49-F238E27FC236}">
                <a16:creationId xmlns:a16="http://schemas.microsoft.com/office/drawing/2014/main" id="{B084ADE0-FC9F-0194-2246-34183FAA3693}"/>
              </a:ext>
            </a:extLst>
          </p:cNvPr>
          <p:cNvSpPr txBox="1">
            <a:spLocks noGrp="1"/>
          </p:cNvSpPr>
          <p:nvPr>
            <p:ph type="sldNum" idx="14"/>
          </p:nvPr>
        </p:nvSpPr>
        <p:spPr>
          <a:ln/>
        </p:spPr>
        <p:txBody>
          <a:bodyPr/>
          <a:lstStyle>
            <a:lvl1pPr>
              <a:defRPr/>
            </a:lvl1pPr>
          </a:lstStyle>
          <a:p>
            <a:fld id="{F74155F1-73B3-42AE-B2AE-3B9D86FB8CF6}" type="slidenum">
              <a:rPr lang="en-US" altLang="en-US"/>
              <a:pPr/>
              <a:t>‹#›</a:t>
            </a:fld>
            <a:endParaRPr lang="en-US" altLang="en-US"/>
          </a:p>
        </p:txBody>
      </p:sp>
    </p:spTree>
    <p:extLst>
      <p:ext uri="{BB962C8B-B14F-4D97-AF65-F5344CB8AC3E}">
        <p14:creationId xmlns:p14="http://schemas.microsoft.com/office/powerpoint/2010/main" val="3036214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a:extLst>
              <a:ext uri="{FF2B5EF4-FFF2-40B4-BE49-F238E27FC236}">
                <a16:creationId xmlns:a16="http://schemas.microsoft.com/office/drawing/2014/main" id="{C5A61B8B-2D23-2179-531D-AF6C9EE8659B}"/>
              </a:ext>
            </a:extLst>
          </p:cNvPr>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3" name="Shape 81">
            <a:extLst>
              <a:ext uri="{FF2B5EF4-FFF2-40B4-BE49-F238E27FC236}">
                <a16:creationId xmlns:a16="http://schemas.microsoft.com/office/drawing/2014/main" id="{ED6B355D-3370-8B2F-27A7-64CAA2D31301}"/>
              </a:ext>
            </a:extLst>
          </p:cNvPr>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4" name="Shape 82">
            <a:extLst>
              <a:ext uri="{FF2B5EF4-FFF2-40B4-BE49-F238E27FC236}">
                <a16:creationId xmlns:a16="http://schemas.microsoft.com/office/drawing/2014/main" id="{4E67AD96-DB4C-A3D5-7011-FC0231B00BB5}"/>
              </a:ext>
            </a:extLst>
          </p:cNvPr>
          <p:cNvSpPr txBox="1">
            <a:spLocks noGrp="1"/>
          </p:cNvSpPr>
          <p:nvPr>
            <p:ph type="sldNum" idx="12"/>
          </p:nvPr>
        </p:nvSpPr>
        <p:spPr/>
        <p:txBody>
          <a:bodyPr/>
          <a:lstStyle>
            <a:lvl1pPr>
              <a:defRPr>
                <a:solidFill>
                  <a:srgbClr val="000000"/>
                </a:solidFill>
              </a:defRPr>
            </a:lvl1pPr>
          </a:lstStyle>
          <a:p>
            <a:fld id="{0E5F2BD4-4FA7-4477-9EE2-36125284A15C}" type="slidenum">
              <a:rPr lang="en-US" altLang="en-US"/>
              <a:pPr/>
              <a:t>‹#›</a:t>
            </a:fld>
            <a:endParaRPr lang="en-US" altLang="en-US"/>
          </a:p>
        </p:txBody>
      </p:sp>
    </p:spTree>
    <p:extLst>
      <p:ext uri="{BB962C8B-B14F-4D97-AF65-F5344CB8AC3E}">
        <p14:creationId xmlns:p14="http://schemas.microsoft.com/office/powerpoint/2010/main" val="3362506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3.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AutoShape 2">
            <a:extLst>
              <a:ext uri="{FF2B5EF4-FFF2-40B4-BE49-F238E27FC236}">
                <a16:creationId xmlns:a16="http://schemas.microsoft.com/office/drawing/2014/main" id="{D8E58589-EFDE-443A-BC80-EA7B6F31FF28}"/>
              </a:ext>
            </a:extLst>
          </p:cNvPr>
          <p:cNvSpPr>
            <a:spLocks noChangeArrowheads="1"/>
          </p:cNvSpPr>
          <p:nvPr userDrawn="1"/>
        </p:nvSpPr>
        <p:spPr bwMode="auto">
          <a:xfrm flipH="1">
            <a:off x="-1588" y="-9525"/>
            <a:ext cx="9140826" cy="2133600"/>
          </a:xfrm>
          <a:prstGeom prst="homePlate">
            <a:avLst>
              <a:gd name="adj" fmla="val 0"/>
            </a:avLst>
          </a:prstGeom>
          <a:gradFill rotWithShape="1">
            <a:gsLst>
              <a:gs pos="0">
                <a:srgbClr val="CCFFCC"/>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Times New Roman" pitchFamily="18" charset="0"/>
                <a:cs typeface="Arial" pitchFamily="34" charset="0"/>
              </a:defRPr>
            </a:lvl1pPr>
            <a:lvl2pPr marL="742950" indent="-285750" eaLnBrk="0" hangingPunct="0">
              <a:defRPr sz="2000">
                <a:solidFill>
                  <a:schemeClr val="tx1"/>
                </a:solidFill>
                <a:latin typeface="Times New Roman" pitchFamily="18" charset="0"/>
                <a:cs typeface="Arial" pitchFamily="34" charset="0"/>
              </a:defRPr>
            </a:lvl2pPr>
            <a:lvl3pPr marL="1143000" indent="-228600" eaLnBrk="0" hangingPunct="0">
              <a:defRPr sz="2000">
                <a:solidFill>
                  <a:schemeClr val="tx1"/>
                </a:solidFill>
                <a:latin typeface="Times New Roman" pitchFamily="18" charset="0"/>
                <a:cs typeface="Arial" pitchFamily="34" charset="0"/>
              </a:defRPr>
            </a:lvl3pPr>
            <a:lvl4pPr marL="1600200" indent="-228600" eaLnBrk="0" hangingPunct="0">
              <a:defRPr sz="2000">
                <a:solidFill>
                  <a:schemeClr val="tx1"/>
                </a:solidFill>
                <a:latin typeface="Times New Roman" pitchFamily="18" charset="0"/>
                <a:cs typeface="Arial" pitchFamily="34" charset="0"/>
              </a:defRPr>
            </a:lvl4pPr>
            <a:lvl5pPr marL="2057400" indent="-228600" eaLnBrk="0" hangingPunct="0">
              <a:defRPr sz="2000">
                <a:solidFill>
                  <a:schemeClr val="tx1"/>
                </a:solidFill>
                <a:latin typeface="Times New Roman" pitchFamily="18" charset="0"/>
                <a:cs typeface="Arial" pitchFamily="34" charset="0"/>
              </a:defRPr>
            </a:lvl5pPr>
            <a:lvl6pPr marL="25146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6pPr>
            <a:lvl7pPr marL="29718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7pPr>
            <a:lvl8pPr marL="34290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8pPr>
            <a:lvl9pPr marL="38862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9pPr>
          </a:lstStyle>
          <a:p>
            <a:pPr algn="ctr" eaLnBrk="1" hangingPunct="1">
              <a:defRPr/>
            </a:pPr>
            <a:endParaRPr lang="en-US" altLang="en-US"/>
          </a:p>
        </p:txBody>
      </p:sp>
      <p:sp>
        <p:nvSpPr>
          <p:cNvPr id="107523" name="Rectangle 3">
            <a:extLst>
              <a:ext uri="{FF2B5EF4-FFF2-40B4-BE49-F238E27FC236}">
                <a16:creationId xmlns:a16="http://schemas.microsoft.com/office/drawing/2014/main" id="{2BD2911D-BABD-48A7-941B-2BEE10746D8E}"/>
              </a:ext>
            </a:extLst>
          </p:cNvPr>
          <p:cNvSpPr>
            <a:spLocks noGrp="1" noChangeArrowheads="1"/>
          </p:cNvSpPr>
          <p:nvPr>
            <p:ph type="sldNum" sz="quarter" idx="4"/>
          </p:nvPr>
        </p:nvSpPr>
        <p:spPr bwMode="auto">
          <a:xfrm>
            <a:off x="70866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r>
              <a:rPr lang="en-US" altLang="en-US"/>
              <a:t>1-</a:t>
            </a:r>
            <a:fld id="{F2817DA9-76BF-4D94-9D8E-1B200A285C7B}" type="slidenum">
              <a:rPr lang="en-US" altLang="en-US"/>
              <a:pPr/>
              <a:t>‹#›</a:t>
            </a:fld>
            <a:endParaRPr lang="en-US" altLang="en-US"/>
          </a:p>
        </p:txBody>
      </p:sp>
      <p:sp>
        <p:nvSpPr>
          <p:cNvPr id="1028" name="Rectangle 5">
            <a:extLst>
              <a:ext uri="{FF2B5EF4-FFF2-40B4-BE49-F238E27FC236}">
                <a16:creationId xmlns:a16="http://schemas.microsoft.com/office/drawing/2014/main" id="{8ADE15C0-F47E-A17E-193F-0FA8CB0CD0B0}"/>
              </a:ext>
            </a:extLst>
          </p:cNvPr>
          <p:cNvSpPr>
            <a:spLocks noGrp="1" noChangeArrowheads="1"/>
          </p:cNvSpPr>
          <p:nvPr>
            <p:ph type="title"/>
          </p:nvPr>
        </p:nvSpPr>
        <p:spPr bwMode="auto">
          <a:xfrm>
            <a:off x="304800" y="303213"/>
            <a:ext cx="86106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9" name="Rectangle 6">
            <a:extLst>
              <a:ext uri="{FF2B5EF4-FFF2-40B4-BE49-F238E27FC236}">
                <a16:creationId xmlns:a16="http://schemas.microsoft.com/office/drawing/2014/main" id="{8354A7DC-C73B-5234-BA8E-F82E731687B0}"/>
              </a:ext>
            </a:extLst>
          </p:cNvPr>
          <p:cNvSpPr>
            <a:spLocks noGrp="1" noChangeArrowheads="1"/>
          </p:cNvSpPr>
          <p:nvPr>
            <p:ph type="body" idx="1"/>
          </p:nvPr>
        </p:nvSpPr>
        <p:spPr bwMode="auto">
          <a:xfrm>
            <a:off x="304800" y="1600200"/>
            <a:ext cx="829468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7">
            <a:extLst>
              <a:ext uri="{FF2B5EF4-FFF2-40B4-BE49-F238E27FC236}">
                <a16:creationId xmlns:a16="http://schemas.microsoft.com/office/drawing/2014/main" id="{DFDF6200-FB32-42FE-B14F-587C0F9F8E56}"/>
              </a:ext>
            </a:extLst>
          </p:cNvPr>
          <p:cNvSpPr>
            <a:spLocks noChangeArrowheads="1"/>
          </p:cNvSpPr>
          <p:nvPr userDrawn="1"/>
        </p:nvSpPr>
        <p:spPr bwMode="auto">
          <a:xfrm>
            <a:off x="0" y="2349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cs typeface="Arial" pitchFamily="34" charset="0"/>
              </a:defRPr>
            </a:lvl1pPr>
            <a:lvl2pPr marL="742950" indent="-285750" eaLnBrk="0" hangingPunct="0">
              <a:defRPr sz="2000">
                <a:solidFill>
                  <a:schemeClr val="tx1"/>
                </a:solidFill>
                <a:latin typeface="Times New Roman" pitchFamily="18" charset="0"/>
                <a:cs typeface="Arial" pitchFamily="34" charset="0"/>
              </a:defRPr>
            </a:lvl2pPr>
            <a:lvl3pPr marL="1143000" indent="-228600" eaLnBrk="0" hangingPunct="0">
              <a:defRPr sz="2000">
                <a:solidFill>
                  <a:schemeClr val="tx1"/>
                </a:solidFill>
                <a:latin typeface="Times New Roman" pitchFamily="18" charset="0"/>
                <a:cs typeface="Arial" pitchFamily="34" charset="0"/>
              </a:defRPr>
            </a:lvl3pPr>
            <a:lvl4pPr marL="1600200" indent="-228600" eaLnBrk="0" hangingPunct="0">
              <a:defRPr sz="2000">
                <a:solidFill>
                  <a:schemeClr val="tx1"/>
                </a:solidFill>
                <a:latin typeface="Times New Roman" pitchFamily="18" charset="0"/>
                <a:cs typeface="Arial" pitchFamily="34" charset="0"/>
              </a:defRPr>
            </a:lvl4pPr>
            <a:lvl5pPr marL="2057400" indent="-228600" eaLnBrk="0" hangingPunct="0">
              <a:defRPr sz="2000">
                <a:solidFill>
                  <a:schemeClr val="tx1"/>
                </a:solidFill>
                <a:latin typeface="Times New Roman" pitchFamily="18" charset="0"/>
                <a:cs typeface="Arial" pitchFamily="34" charset="0"/>
              </a:defRPr>
            </a:lvl5pPr>
            <a:lvl6pPr marL="25146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6pPr>
            <a:lvl7pPr marL="29718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7pPr>
            <a:lvl8pPr marL="34290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8pPr>
            <a:lvl9pPr marL="38862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9pPr>
          </a:lstStyle>
          <a:p>
            <a:pPr algn="ctr" eaLnBrk="1" hangingPunct="1">
              <a:defRPr/>
            </a:pPr>
            <a:endParaRPr lang="en-US" altLang="en-US"/>
          </a:p>
        </p:txBody>
      </p:sp>
      <p:sp>
        <p:nvSpPr>
          <p:cNvPr id="1031" name="Rectangle 4">
            <a:extLst>
              <a:ext uri="{FF2B5EF4-FFF2-40B4-BE49-F238E27FC236}">
                <a16:creationId xmlns:a16="http://schemas.microsoft.com/office/drawing/2014/main" id="{2E95D2B4-AA52-4949-A269-59EA47EF55A4}"/>
              </a:ext>
            </a:extLst>
          </p:cNvPr>
          <p:cNvSpPr>
            <a:spLocks noChangeArrowheads="1"/>
          </p:cNvSpPr>
          <p:nvPr userDrawn="1"/>
        </p:nvSpPr>
        <p:spPr bwMode="auto">
          <a:xfrm>
            <a:off x="228600" y="6324600"/>
            <a:ext cx="5562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a:solidFill>
                  <a:schemeClr val="tx1"/>
                </a:solidFill>
                <a:latin typeface="Times New Roman" pitchFamily="18" charset="0"/>
                <a:cs typeface="Arial" pitchFamily="34" charset="0"/>
              </a:defRPr>
            </a:lvl1pPr>
            <a:lvl2pPr marL="742950" indent="-285750" eaLnBrk="0" hangingPunct="0">
              <a:defRPr sz="2000">
                <a:solidFill>
                  <a:schemeClr val="tx1"/>
                </a:solidFill>
                <a:latin typeface="Times New Roman" pitchFamily="18" charset="0"/>
                <a:cs typeface="Arial" pitchFamily="34" charset="0"/>
              </a:defRPr>
            </a:lvl2pPr>
            <a:lvl3pPr marL="1143000" indent="-228600" eaLnBrk="0" hangingPunct="0">
              <a:defRPr sz="2000">
                <a:solidFill>
                  <a:schemeClr val="tx1"/>
                </a:solidFill>
                <a:latin typeface="Times New Roman" pitchFamily="18" charset="0"/>
                <a:cs typeface="Arial" pitchFamily="34" charset="0"/>
              </a:defRPr>
            </a:lvl3pPr>
            <a:lvl4pPr marL="1600200" indent="-228600" eaLnBrk="0" hangingPunct="0">
              <a:defRPr sz="2000">
                <a:solidFill>
                  <a:schemeClr val="tx1"/>
                </a:solidFill>
                <a:latin typeface="Times New Roman" pitchFamily="18" charset="0"/>
                <a:cs typeface="Arial" pitchFamily="34" charset="0"/>
              </a:defRPr>
            </a:lvl4pPr>
            <a:lvl5pPr marL="2057400" indent="-228600" eaLnBrk="0" hangingPunct="0">
              <a:defRPr sz="2000">
                <a:solidFill>
                  <a:schemeClr val="tx1"/>
                </a:solidFill>
                <a:latin typeface="Times New Roman" pitchFamily="18" charset="0"/>
                <a:cs typeface="Arial" pitchFamily="34" charset="0"/>
              </a:defRPr>
            </a:lvl5pPr>
            <a:lvl6pPr marL="25146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6pPr>
            <a:lvl7pPr marL="29718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7pPr>
            <a:lvl8pPr marL="34290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8pPr>
            <a:lvl9pPr marL="3886200" indent="-228600" algn="ctr" eaLnBrk="0" fontAlgn="base" hangingPunct="0">
              <a:spcBef>
                <a:spcPct val="0"/>
              </a:spcBef>
              <a:spcAft>
                <a:spcPct val="0"/>
              </a:spcAft>
              <a:defRPr sz="2000">
                <a:solidFill>
                  <a:schemeClr val="tx1"/>
                </a:solidFill>
                <a:latin typeface="Times New Roman" pitchFamily="18" charset="0"/>
                <a:cs typeface="Arial" pitchFamily="34" charset="0"/>
              </a:defRPr>
            </a:lvl9pPr>
          </a:lstStyle>
          <a:p>
            <a:pPr>
              <a:spcBef>
                <a:spcPct val="50000"/>
              </a:spcBef>
              <a:defRPr/>
            </a:pPr>
            <a:r>
              <a:rPr lang="en-US" altLang="en-US" sz="1200" dirty="0">
                <a:solidFill>
                  <a:srgbClr val="000000"/>
                </a:solidFill>
                <a:latin typeface=" Arial"/>
              </a:rPr>
              <a:t>©2016 Pearson Education, Inc. Upper Saddle River, NJ. All Rights Reserved.</a:t>
            </a:r>
          </a:p>
        </p:txBody>
      </p:sp>
    </p:spTree>
  </p:cSld>
  <p:clrMap bg1="lt1" tx1="dk1" bg2="lt2" tx2="dk2" accent1="accent1" accent2="accent2" accent3="accent3" accent4="accent4" accent5="accent5" accent6="accent6" hlink="hlink" folHlink="folHlink"/>
  <p:sldLayoutIdLst>
    <p:sldLayoutId id="2147483917"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rtl="0" eaLnBrk="0" fontAlgn="base" hangingPunct="0">
        <a:spcBef>
          <a:spcPct val="0"/>
        </a:spcBef>
        <a:spcAft>
          <a:spcPct val="0"/>
        </a:spcAft>
        <a:defRPr sz="36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Arial" charset="0"/>
          <a:cs typeface="Arial" charset="0"/>
        </a:defRPr>
      </a:lvl2pPr>
      <a:lvl3pPr algn="l" rtl="0" eaLnBrk="0" fontAlgn="base" hangingPunct="0">
        <a:spcBef>
          <a:spcPct val="0"/>
        </a:spcBef>
        <a:spcAft>
          <a:spcPct val="0"/>
        </a:spcAft>
        <a:defRPr sz="3600">
          <a:solidFill>
            <a:schemeClr val="tx1"/>
          </a:solidFill>
          <a:latin typeface="Arial" charset="0"/>
          <a:cs typeface="Arial" charset="0"/>
        </a:defRPr>
      </a:lvl3pPr>
      <a:lvl4pPr algn="l" rtl="0" eaLnBrk="0" fontAlgn="base" hangingPunct="0">
        <a:spcBef>
          <a:spcPct val="0"/>
        </a:spcBef>
        <a:spcAft>
          <a:spcPct val="0"/>
        </a:spcAft>
        <a:defRPr sz="3600">
          <a:solidFill>
            <a:schemeClr val="tx1"/>
          </a:solidFill>
          <a:latin typeface="Arial" charset="0"/>
          <a:cs typeface="Arial" charset="0"/>
        </a:defRPr>
      </a:lvl4pPr>
      <a:lvl5pPr algn="l" rtl="0" eaLnBrk="0" fontAlgn="base" hangingPunct="0">
        <a:spcBef>
          <a:spcPct val="0"/>
        </a:spcBef>
        <a:spcAft>
          <a:spcPct val="0"/>
        </a:spcAft>
        <a:defRPr sz="3600">
          <a:solidFill>
            <a:schemeClr val="tx1"/>
          </a:solidFill>
          <a:latin typeface="Arial" charset="0"/>
          <a:cs typeface="Arial" charset="0"/>
        </a:defRPr>
      </a:lvl5pPr>
      <a:lvl6pPr marL="457200" algn="l" rtl="0" fontAlgn="base">
        <a:spcBef>
          <a:spcPct val="0"/>
        </a:spcBef>
        <a:spcAft>
          <a:spcPct val="0"/>
        </a:spcAft>
        <a:defRPr sz="3600">
          <a:solidFill>
            <a:schemeClr val="tx1"/>
          </a:solidFill>
          <a:latin typeface="Arial" charset="0"/>
          <a:cs typeface="Arial" charset="0"/>
        </a:defRPr>
      </a:lvl6pPr>
      <a:lvl7pPr marL="914400" algn="l" rtl="0" fontAlgn="base">
        <a:spcBef>
          <a:spcPct val="0"/>
        </a:spcBef>
        <a:spcAft>
          <a:spcPct val="0"/>
        </a:spcAft>
        <a:defRPr sz="3600">
          <a:solidFill>
            <a:schemeClr val="tx1"/>
          </a:solidFill>
          <a:latin typeface="Arial" charset="0"/>
          <a:cs typeface="Arial" charset="0"/>
        </a:defRPr>
      </a:lvl7pPr>
      <a:lvl8pPr marL="1371600" algn="l" rtl="0" fontAlgn="base">
        <a:spcBef>
          <a:spcPct val="0"/>
        </a:spcBef>
        <a:spcAft>
          <a:spcPct val="0"/>
        </a:spcAft>
        <a:defRPr sz="3600">
          <a:solidFill>
            <a:schemeClr val="tx1"/>
          </a:solidFill>
          <a:latin typeface="Arial" charset="0"/>
          <a:cs typeface="Arial" charset="0"/>
        </a:defRPr>
      </a:lvl8pPr>
      <a:lvl9pPr marL="1828800" algn="l" rtl="0" fontAlgn="base">
        <a:spcBef>
          <a:spcPct val="0"/>
        </a:spcBef>
        <a:spcAft>
          <a:spcPct val="0"/>
        </a:spcAft>
        <a:defRPr sz="36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rgbClr val="D885E3"/>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D885E3"/>
        </a:buClr>
        <a:buChar char="–"/>
        <a:defRPr sz="2800">
          <a:solidFill>
            <a:schemeClr val="tx1"/>
          </a:solidFill>
          <a:latin typeface="+mn-lt"/>
          <a:cs typeface="+mn-cs"/>
        </a:defRPr>
      </a:lvl2pPr>
      <a:lvl3pPr marL="1143000" indent="-228600" algn="l" rtl="0" eaLnBrk="0" fontAlgn="base" hangingPunct="0">
        <a:spcBef>
          <a:spcPct val="20000"/>
        </a:spcBef>
        <a:spcAft>
          <a:spcPct val="0"/>
        </a:spcAft>
        <a:buClr>
          <a:srgbClr val="D885E3"/>
        </a:buClr>
        <a:buChar char="•"/>
        <a:defRPr sz="2400">
          <a:solidFill>
            <a:schemeClr val="tx1"/>
          </a:solidFill>
          <a:latin typeface="+mn-lt"/>
          <a:cs typeface="+mn-cs"/>
        </a:defRPr>
      </a:lvl3pPr>
      <a:lvl4pPr marL="1600200" indent="-228600" algn="l" rtl="0" eaLnBrk="0" fontAlgn="base" hangingPunct="0">
        <a:spcBef>
          <a:spcPct val="20000"/>
        </a:spcBef>
        <a:spcAft>
          <a:spcPct val="0"/>
        </a:spcAft>
        <a:buClr>
          <a:srgbClr val="D885E3"/>
        </a:buClr>
        <a:buChar char="–"/>
        <a:defRPr sz="2000">
          <a:solidFill>
            <a:schemeClr val="tx1"/>
          </a:solidFill>
          <a:latin typeface="+mn-lt"/>
          <a:cs typeface="+mn-cs"/>
        </a:defRPr>
      </a:lvl4pPr>
      <a:lvl5pPr marL="2057400" indent="-228600" algn="l" rtl="0" eaLnBrk="0" fontAlgn="base" hangingPunct="0">
        <a:spcBef>
          <a:spcPct val="20000"/>
        </a:spcBef>
        <a:spcAft>
          <a:spcPct val="0"/>
        </a:spcAft>
        <a:buClr>
          <a:srgbClr val="D885E3"/>
        </a:buClr>
        <a:buChar char="»"/>
        <a:defRPr sz="2000">
          <a:solidFill>
            <a:schemeClr val="tx1"/>
          </a:solidFill>
          <a:latin typeface="+mn-lt"/>
          <a:cs typeface="+mn-cs"/>
        </a:defRPr>
      </a:lvl5pPr>
      <a:lvl6pPr marL="2514600" indent="-228600" algn="l" rtl="0" fontAlgn="base">
        <a:spcBef>
          <a:spcPct val="20000"/>
        </a:spcBef>
        <a:spcAft>
          <a:spcPct val="0"/>
        </a:spcAft>
        <a:buClr>
          <a:srgbClr val="D885E3"/>
        </a:buClr>
        <a:buChar char="»"/>
        <a:defRPr sz="2000">
          <a:solidFill>
            <a:schemeClr val="tx1"/>
          </a:solidFill>
          <a:latin typeface="+mn-lt"/>
          <a:cs typeface="+mn-cs"/>
        </a:defRPr>
      </a:lvl6pPr>
      <a:lvl7pPr marL="2971800" indent="-228600" algn="l" rtl="0" fontAlgn="base">
        <a:spcBef>
          <a:spcPct val="20000"/>
        </a:spcBef>
        <a:spcAft>
          <a:spcPct val="0"/>
        </a:spcAft>
        <a:buClr>
          <a:srgbClr val="D885E3"/>
        </a:buClr>
        <a:buChar char="»"/>
        <a:defRPr sz="2000">
          <a:solidFill>
            <a:schemeClr val="tx1"/>
          </a:solidFill>
          <a:latin typeface="+mn-lt"/>
          <a:cs typeface="+mn-cs"/>
        </a:defRPr>
      </a:lvl7pPr>
      <a:lvl8pPr marL="3429000" indent="-228600" algn="l" rtl="0" fontAlgn="base">
        <a:spcBef>
          <a:spcPct val="20000"/>
        </a:spcBef>
        <a:spcAft>
          <a:spcPct val="0"/>
        </a:spcAft>
        <a:buClr>
          <a:srgbClr val="D885E3"/>
        </a:buClr>
        <a:buChar char="»"/>
        <a:defRPr sz="2000">
          <a:solidFill>
            <a:schemeClr val="tx1"/>
          </a:solidFill>
          <a:latin typeface="+mn-lt"/>
          <a:cs typeface="+mn-cs"/>
        </a:defRPr>
      </a:lvl8pPr>
      <a:lvl9pPr marL="3886200" indent="-228600" algn="l" rtl="0" fontAlgn="base">
        <a:spcBef>
          <a:spcPct val="20000"/>
        </a:spcBef>
        <a:spcAft>
          <a:spcPct val="0"/>
        </a:spcAft>
        <a:buClr>
          <a:srgbClr val="D885E3"/>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Shape 10">
            <a:extLst>
              <a:ext uri="{FF2B5EF4-FFF2-40B4-BE49-F238E27FC236}">
                <a16:creationId xmlns:a16="http://schemas.microsoft.com/office/drawing/2014/main" id="{AB9832FF-D8C0-F6AD-F4AE-3DDF1D707DA9}"/>
              </a:ext>
            </a:extLst>
          </p:cNvPr>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2051" name="Shape 11">
            <a:extLst>
              <a:ext uri="{FF2B5EF4-FFF2-40B4-BE49-F238E27FC236}">
                <a16:creationId xmlns:a16="http://schemas.microsoft.com/office/drawing/2014/main" id="{DEF46A70-30A9-497D-F884-872269130ACB}"/>
              </a:ext>
            </a:extLst>
          </p:cNvPr>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a:extLst>
              <a:ext uri="{FF2B5EF4-FFF2-40B4-BE49-F238E27FC236}">
                <a16:creationId xmlns:a16="http://schemas.microsoft.com/office/drawing/2014/main" id="{9BCF5839-D78A-493A-B523-35E4BE8B9FC7}"/>
              </a:ext>
            </a:extLst>
          </p:cNvPr>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13" name="Shape 13">
            <a:extLst>
              <a:ext uri="{FF2B5EF4-FFF2-40B4-BE49-F238E27FC236}">
                <a16:creationId xmlns:a16="http://schemas.microsoft.com/office/drawing/2014/main" id="{F9EA9B2F-D4DE-4995-BCA2-80E81600AB79}"/>
              </a:ext>
            </a:extLst>
          </p:cNvPr>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a:p>
        </p:txBody>
      </p:sp>
      <p:sp>
        <p:nvSpPr>
          <p:cNvPr id="14" name="Shape 14">
            <a:extLst>
              <a:ext uri="{FF2B5EF4-FFF2-40B4-BE49-F238E27FC236}">
                <a16:creationId xmlns:a16="http://schemas.microsoft.com/office/drawing/2014/main" id="{5B42E73F-E52D-469C-B101-D3D50162B179}"/>
              </a:ext>
            </a:extLst>
          </p:cNvPr>
          <p:cNvSpPr txBox="1">
            <a:spLocks noGrp="1"/>
          </p:cNvSpPr>
          <p:nvPr>
            <p:ph type="sldNum" idx="12"/>
          </p:nvPr>
        </p:nvSpPr>
        <p:spPr>
          <a:xfrm>
            <a:off x="8469313" y="112713"/>
            <a:ext cx="552450" cy="182562"/>
          </a:xfrm>
          <a:prstGeom prst="rect">
            <a:avLst/>
          </a:prstGeom>
          <a:noFill/>
          <a:ln>
            <a:noFill/>
          </a:ln>
        </p:spPr>
        <p:txBody>
          <a:bodyPr vert="horz" wrap="square" lIns="91425" tIns="45700" rIns="91425" bIns="45700" numCol="1" anchor="ctr" anchorCtr="0" compatLnSpc="1">
            <a:prstTxWarp prst="textNoShape">
              <a:avLst/>
            </a:prstTxWarp>
            <a:noAutofit/>
          </a:bodyPr>
          <a:lstStyle>
            <a:lvl1pPr algn="r">
              <a:buSzPct val="25000"/>
              <a:defRPr sz="900">
                <a:solidFill>
                  <a:srgbClr val="FFFFFF"/>
                </a:solidFill>
                <a:latin typeface="Arial" panose="020B0604020202020204" pitchFamily="34" charset="0"/>
                <a:sym typeface="Arial" panose="020B0604020202020204" pitchFamily="34" charset="0"/>
              </a:defRPr>
            </a:lvl1pPr>
          </a:lstStyle>
          <a:p>
            <a:fld id="{DCB9E92B-2A55-4D70-856E-44F66DE9D931}" type="slidenum">
              <a:rPr lang="en-US" altLang="en-US"/>
              <a:pPr/>
              <a:t>‹#›</a:t>
            </a:fld>
            <a:endParaRPr lang="en-US" altLang="en-US"/>
          </a:p>
        </p:txBody>
      </p:sp>
      <p:pic>
        <p:nvPicPr>
          <p:cNvPr id="2055" name="Shape 15" descr="Pearson Logo">
            <a:extLst>
              <a:ext uri="{FF2B5EF4-FFF2-40B4-BE49-F238E27FC236}">
                <a16:creationId xmlns:a16="http://schemas.microsoft.com/office/drawing/2014/main" id="{AE2C664C-A4B9-F38D-158E-366C67096CBA}"/>
              </a:ext>
            </a:extLst>
          </p:cNvPr>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a:extLst>
              <a:ext uri="{FF2B5EF4-FFF2-40B4-BE49-F238E27FC236}">
                <a16:creationId xmlns:a16="http://schemas.microsoft.com/office/drawing/2014/main" id="{0EA89592-1EFD-41B6-A9C6-5613354E9DDA}"/>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algn="r" eaLnBrk="1" hangingPunct="1">
              <a:defRPr/>
            </a:pPr>
            <a:r>
              <a:rPr lang="en-US" altLang="en-US" sz="1200" dirty="0">
                <a:latin typeface="Verdana" panose="020B0604030504040204" pitchFamily="34" charset="0"/>
              </a:rPr>
              <a:t>Copyright © 2019, 2016, 2013 Pearson Education, Inc. All Rights Reserved</a:t>
            </a:r>
          </a:p>
        </p:txBody>
      </p:sp>
    </p:spTree>
  </p:cSld>
  <p:clrMap bg1="lt1" tx1="dk1" bg2="dk2" tx2="lt2" accent1="accent1" accent2="accent2" accent3="accent3" accent4="accent4" accent5="accent5" accent6="accent6" hlink="hlink" folHlink="folHlink"/>
  <p:sldLayoutIdLst>
    <p:sldLayoutId id="2147483918" r:id="rId1"/>
    <p:sldLayoutId id="2147483912" r:id="rId2"/>
    <p:sldLayoutId id="2147483919" r:id="rId3"/>
    <p:sldLayoutId id="2147483913" r:id="rId4"/>
    <p:sldLayoutId id="2147483920" r:id="rId5"/>
    <p:sldLayoutId id="2147483914" r:id="rId6"/>
    <p:sldLayoutId id="2147483915" r:id="rId7"/>
    <p:sldLayoutId id="2147483916" r:id="rId8"/>
    <p:sldLayoutId id="2147483921"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IncrementDecrement.java"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Prefix.java"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WhileLoop.java"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SoccerTeams.java"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TestAverage1.java"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Squares.java"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UserSquares.java"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TotalSales.java"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SoccerPoints.java"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Clock.java"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FileWriteDemo.java" TargetMode="External"/><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ReadFirstLine.java" TargetMode="External"/><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FileReadDemo.java" TargetMode="External"/><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RollDice.java" TargetMode="External"/><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0AD82A9-14ED-2C0B-4CD9-23F4309E1C0D}"/>
              </a:ext>
            </a:extLst>
          </p:cNvPr>
          <p:cNvSpPr txBox="1">
            <a:spLocks noGrp="1"/>
          </p:cNvSpPr>
          <p:nvPr>
            <p:ph type="title"/>
          </p:nvPr>
        </p:nvSpPr>
        <p:spPr>
          <a:xfrm>
            <a:off x="457200" y="215900"/>
            <a:ext cx="8229600" cy="622300"/>
          </a:xfrm>
        </p:spPr>
        <p:txBody>
          <a:bodyPr/>
          <a:lstStyle/>
          <a:p>
            <a:pPr>
              <a:spcBef>
                <a:spcPct val="0"/>
              </a:spcBef>
              <a:buFont typeface="Times New Roman" panose="02020603050405020304" pitchFamily="18" charset="0"/>
              <a:buNone/>
            </a:pPr>
            <a:r>
              <a:rPr lang="en-IN" altLang="en-US">
                <a:latin typeface="Times New Roman" panose="02020603050405020304" pitchFamily="18" charset="0"/>
                <a:cs typeface="Times New Roman" panose="02020603050405020304" pitchFamily="18" charset="0"/>
                <a:sym typeface="Times New Roman" panose="02020603050405020304" pitchFamily="18" charset="0"/>
              </a:rPr>
              <a:t>STARTING OUT WITH JAVA</a:t>
            </a:r>
            <a:r>
              <a:rPr lang="en-IN" altLang="en-US" sz="3000" baseline="30000">
                <a:latin typeface="Times New Roman" panose="02020603050405020304" pitchFamily="18" charset="0"/>
                <a:cs typeface="Times New Roman" panose="02020603050405020304" pitchFamily="18" charset="0"/>
                <a:sym typeface="Times New Roman" panose="02020603050405020304" pitchFamily="18" charset="0"/>
              </a:rPr>
              <a:t>TM</a:t>
            </a:r>
          </a:p>
        </p:txBody>
      </p:sp>
      <p:sp>
        <p:nvSpPr>
          <p:cNvPr id="9219" name="Text Placeholder 2">
            <a:extLst>
              <a:ext uri="{FF2B5EF4-FFF2-40B4-BE49-F238E27FC236}">
                <a16:creationId xmlns:a16="http://schemas.microsoft.com/office/drawing/2014/main" id="{C08982B1-0A20-82E2-1553-B53C4B76A222}"/>
              </a:ext>
            </a:extLst>
          </p:cNvPr>
          <p:cNvSpPr txBox="1">
            <a:spLocks noGrp="1"/>
          </p:cNvSpPr>
          <p:nvPr>
            <p:ph type="body" idx="1"/>
          </p:nvPr>
        </p:nvSpPr>
        <p:spPr>
          <a:xfrm>
            <a:off x="457200" y="815975"/>
            <a:ext cx="8229600" cy="479425"/>
          </a:xfrm>
        </p:spPr>
        <p:txBody>
          <a:bodyPr/>
          <a:lstStyle/>
          <a:p>
            <a:pPr>
              <a:spcBef>
                <a:spcPct val="0"/>
              </a:spcBef>
              <a:buFontTx/>
              <a:buNone/>
            </a:pPr>
            <a:r>
              <a:rPr lang="en-IN" altLang="en-US">
                <a:latin typeface="Arial" panose="020B0604020202020204" pitchFamily="34" charset="0"/>
                <a:cs typeface="Arial" panose="020B0604020202020204" pitchFamily="34" charset="0"/>
                <a:sym typeface="Arial" panose="020B0604020202020204" pitchFamily="34" charset="0"/>
              </a:rPr>
              <a:t>7</a:t>
            </a:r>
            <a:r>
              <a:rPr lang="en-IN" altLang="en-US" baseline="30000">
                <a:latin typeface="Arial" panose="020B0604020202020204" pitchFamily="34" charset="0"/>
                <a:cs typeface="Arial" panose="020B0604020202020204" pitchFamily="34" charset="0"/>
                <a:sym typeface="Arial" panose="020B0604020202020204" pitchFamily="34" charset="0"/>
              </a:rPr>
              <a:t>th</a:t>
            </a:r>
            <a:r>
              <a:rPr lang="en-IN" altLang="en-US">
                <a:latin typeface="Arial" panose="020B0604020202020204" pitchFamily="34" charset="0"/>
                <a:cs typeface="Arial" panose="020B0604020202020204" pitchFamily="34" charset="0"/>
                <a:sym typeface="Arial" panose="020B0604020202020204" pitchFamily="34" charset="0"/>
              </a:rPr>
              <a:t> Edition</a:t>
            </a:r>
          </a:p>
        </p:txBody>
      </p:sp>
      <p:sp>
        <p:nvSpPr>
          <p:cNvPr id="9220" name="Text Placeholder 3">
            <a:extLst>
              <a:ext uri="{FF2B5EF4-FFF2-40B4-BE49-F238E27FC236}">
                <a16:creationId xmlns:a16="http://schemas.microsoft.com/office/drawing/2014/main" id="{A16489CF-FC5D-0CE2-75F5-C1360347FBCE}"/>
              </a:ext>
            </a:extLst>
          </p:cNvPr>
          <p:cNvSpPr txBox="1">
            <a:spLocks noGrp="1"/>
          </p:cNvSpPr>
          <p:nvPr>
            <p:ph type="body" idx="2"/>
          </p:nvPr>
        </p:nvSpPr>
        <p:spPr>
          <a:xfrm>
            <a:off x="5029200" y="1600200"/>
            <a:ext cx="3657600" cy="1600200"/>
          </a:xfrm>
        </p:spPr>
        <p:txBody>
          <a:bodyPr/>
          <a:lstStyle/>
          <a:p>
            <a:pPr>
              <a:spcBef>
                <a:spcPct val="0"/>
              </a:spcBef>
              <a:buFontTx/>
              <a:buNone/>
            </a:pPr>
            <a:r>
              <a:rPr lang="en-IN" altLang="en-US">
                <a:solidFill>
                  <a:srgbClr val="000000"/>
                </a:solidFill>
                <a:latin typeface="Arial" panose="020B0604020202020204" pitchFamily="34" charset="0"/>
                <a:cs typeface="Arial" panose="020B0604020202020204" pitchFamily="34" charset="0"/>
                <a:sym typeface="Arial" panose="020B0604020202020204" pitchFamily="34" charset="0"/>
              </a:rPr>
              <a:t>Chapter 4</a:t>
            </a:r>
          </a:p>
        </p:txBody>
      </p:sp>
      <p:sp>
        <p:nvSpPr>
          <p:cNvPr id="9221" name="Text Placeholder 4">
            <a:extLst>
              <a:ext uri="{FF2B5EF4-FFF2-40B4-BE49-F238E27FC236}">
                <a16:creationId xmlns:a16="http://schemas.microsoft.com/office/drawing/2014/main" id="{463C2249-3A82-45A6-9AFF-287F543EF0F0}"/>
              </a:ext>
            </a:extLst>
          </p:cNvPr>
          <p:cNvSpPr txBox="1">
            <a:spLocks noGrp="1"/>
          </p:cNvSpPr>
          <p:nvPr>
            <p:ph type="body" idx="3"/>
          </p:nvPr>
        </p:nvSpPr>
        <p:spPr/>
        <p:txBody>
          <a:bodyPr/>
          <a:lstStyle/>
          <a:p>
            <a:pPr>
              <a:spcBef>
                <a:spcPct val="0"/>
              </a:spcBef>
              <a:buFontTx/>
              <a:buNone/>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Loops and Files</a:t>
            </a:r>
          </a:p>
        </p:txBody>
      </p:sp>
      <p:pic>
        <p:nvPicPr>
          <p:cNvPr id="10" name="Picture 9">
            <a:extLst>
              <a:ext uri="{FF2B5EF4-FFF2-40B4-BE49-F238E27FC236}">
                <a16:creationId xmlns:a16="http://schemas.microsoft.com/office/drawing/2014/main" id="{914F0D06-7838-4918-BFE9-268D2ACC6988}"/>
              </a:ext>
            </a:extLst>
          </p:cNvPr>
          <p:cNvPicPr>
            <a:picLocks noChangeAspect="1"/>
          </p:cNvPicPr>
          <p:nvPr/>
        </p:nvPicPr>
        <p:blipFill>
          <a:blip r:embed="rId3"/>
          <a:stretch>
            <a:fillRect/>
          </a:stretch>
        </p:blipFill>
        <p:spPr>
          <a:xfrm>
            <a:off x="457200" y="1295400"/>
            <a:ext cx="3962400" cy="4953000"/>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D7314B6-3225-0853-C36D-E62BDBC5EB52}"/>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Chapter Topics (1 of 2)</a:t>
            </a:r>
          </a:p>
        </p:txBody>
      </p:sp>
      <p:sp>
        <p:nvSpPr>
          <p:cNvPr id="11267" name="Rectangle 3">
            <a:extLst>
              <a:ext uri="{FF2B5EF4-FFF2-40B4-BE49-F238E27FC236}">
                <a16:creationId xmlns:a16="http://schemas.microsoft.com/office/drawing/2014/main" id="{2F096AAC-5E47-AF05-24FE-ECE10AE266BE}"/>
              </a:ext>
            </a:extLst>
          </p:cNvPr>
          <p:cNvSpPr txBox="1">
            <a:spLocks noGrp="1"/>
          </p:cNvSpPr>
          <p:nvPr>
            <p:ph type="body" idx="1"/>
          </p:nvPr>
        </p:nvSpPr>
        <p:spPr>
          <a:xfrm>
            <a:off x="457200" y="1582738"/>
            <a:ext cx="8229600" cy="4525962"/>
          </a:xfrm>
        </p:spPr>
        <p:txBody>
          <a:bodyPr/>
          <a:lstStyle/>
          <a:p>
            <a:pPr marL="255588" indent="-153988" eaLnBrk="1" hangingPunct="1">
              <a:buSzTx/>
              <a:buFontTx/>
              <a:buNone/>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Chapter 4 discusses the following main topics:</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Increment and Decrement Operators</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Using 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Loop for Input Validation</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do</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Running Totals and Sentinel Values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EE6143F-80D9-54A7-C428-8C93065E3317}"/>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Chapter Topics (2 of 2)</a:t>
            </a:r>
          </a:p>
        </p:txBody>
      </p:sp>
      <p:sp>
        <p:nvSpPr>
          <p:cNvPr id="13315" name="Rectangle 3">
            <a:extLst>
              <a:ext uri="{FF2B5EF4-FFF2-40B4-BE49-F238E27FC236}">
                <a16:creationId xmlns:a16="http://schemas.microsoft.com/office/drawing/2014/main" id="{4AB8537E-F3BC-1B69-2801-D1021FC1F09F}"/>
              </a:ext>
            </a:extLst>
          </p:cNvPr>
          <p:cNvSpPr txBox="1">
            <a:spLocks noGrp="1"/>
          </p:cNvSpPr>
          <p:nvPr>
            <p:ph type="body" idx="1"/>
          </p:nvPr>
        </p:nvSpPr>
        <p:spPr>
          <a:xfrm>
            <a:off x="457200" y="1582738"/>
            <a:ext cx="8229600" cy="4525962"/>
          </a:xfrm>
        </p:spPr>
        <p:txBody>
          <a:bodyPr/>
          <a:lstStyle/>
          <a:p>
            <a:pPr marL="255588" indent="-153988" eaLnBrk="1" hangingPunct="1">
              <a:buSzTx/>
              <a:buFontTx/>
              <a:buNone/>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Chapter 4 discusses the following main topics:</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Nested Loops</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break</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continue</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Statements</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Deciding Which Loop to Use</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Introduction to File Input and Output</a:t>
            </a:r>
          </a:p>
          <a:p>
            <a:pPr marL="868363" lvl="1" indent="-3794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Generating Random Numbers with 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Random</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class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FF04F33-900B-E872-103D-3E056EDFAE17}"/>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Increment and Decrement Operators</a:t>
            </a:r>
          </a:p>
        </p:txBody>
      </p:sp>
      <p:sp>
        <p:nvSpPr>
          <p:cNvPr id="15363" name="Rectangle 3">
            <a:extLst>
              <a:ext uri="{FF2B5EF4-FFF2-40B4-BE49-F238E27FC236}">
                <a16:creationId xmlns:a16="http://schemas.microsoft.com/office/drawing/2014/main" id="{3732D806-56EC-D82B-FF37-4C04D2F03B87}"/>
              </a:ext>
            </a:extLst>
          </p:cNvPr>
          <p:cNvSpPr txBox="1">
            <a:spLocks noGrp="1"/>
          </p:cNvSpPr>
          <p:nvPr>
            <p:ph type="body" idx="1"/>
          </p:nvPr>
        </p:nvSpPr>
        <p:spPr>
          <a:xfrm>
            <a:off x="457200" y="1590675"/>
            <a:ext cx="8229600" cy="4525963"/>
          </a:xfrm>
        </p:spPr>
        <p:txBody>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There are numerous times where a variable must simply be incremented or decremented.</a:t>
            </a:r>
          </a:p>
          <a:p>
            <a:pPr marL="868363" lvl="1" indent="-379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number = number + 1;</a:t>
            </a:r>
          </a:p>
          <a:p>
            <a:pPr marL="868363" lvl="1" indent="-379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number = number – 1;</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Java provide shortened ways to increment and decrement a variable’s value.</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Using the </a:t>
            </a: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or </a:t>
            </a: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unary operators, this task can be completed quickly.</a:t>
            </a:r>
          </a:p>
          <a:p>
            <a:pPr marL="868363" lvl="1" indent="-379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number++;  or  ++number;</a:t>
            </a:r>
          </a:p>
          <a:p>
            <a:pPr marL="868363" lvl="1" indent="-379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number--;  or  --number;</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IncrementDecrement.java</a:t>
            </a: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6EECCBF-299A-745C-4662-EB4687941D4D}"/>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Differences Between Prefix and Postfix</a:t>
            </a:r>
          </a:p>
        </p:txBody>
      </p:sp>
      <p:sp>
        <p:nvSpPr>
          <p:cNvPr id="17411" name="Rectangle 3">
            <a:extLst>
              <a:ext uri="{FF2B5EF4-FFF2-40B4-BE49-F238E27FC236}">
                <a16:creationId xmlns:a16="http://schemas.microsoft.com/office/drawing/2014/main" id="{EE5B3D34-F85D-227E-731F-CE7B831390EB}"/>
              </a:ext>
            </a:extLst>
          </p:cNvPr>
          <p:cNvSpPr txBox="1">
            <a:spLocks noGrp="1"/>
          </p:cNvSpPr>
          <p:nvPr>
            <p:ph type="body" idx="1"/>
          </p:nvPr>
        </p:nvSpPr>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When an increment or decrement are the only operations in a statement, there is no difference between prefix and postfix notation.</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When used in an expression:</a:t>
            </a:r>
          </a:p>
          <a:p>
            <a:pPr marL="868363" lvl="1" indent="-3794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prefix notation indicates that the variable will be incremented or decremented prior to the rest of the equation being evaluated.</a:t>
            </a:r>
          </a:p>
          <a:p>
            <a:pPr marL="868363" lvl="1" indent="-3794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postfix notation indicates that the variable will be incremented or decremented after the rest of the equation has been evaluated.</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Prefix.java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5C0D7D7-D1EC-55CE-79DF-CAC03CDE25DD}"/>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(1 of 2)</a:t>
            </a:r>
          </a:p>
        </p:txBody>
      </p:sp>
      <p:sp>
        <p:nvSpPr>
          <p:cNvPr id="19459" name="Rectangle 3">
            <a:extLst>
              <a:ext uri="{FF2B5EF4-FFF2-40B4-BE49-F238E27FC236}">
                <a16:creationId xmlns:a16="http://schemas.microsoft.com/office/drawing/2014/main" id="{CDA40859-4973-A69D-76B7-B8D0E8FEE859}"/>
              </a:ext>
            </a:extLst>
          </p:cNvPr>
          <p:cNvSpPr txBox="1">
            <a:spLocks noGrp="1"/>
          </p:cNvSpPr>
          <p:nvPr>
            <p:ph type="body" idx="1"/>
          </p:nvPr>
        </p:nvSpPr>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Java provides three different looping structures.</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has the form:</a:t>
            </a:r>
          </a:p>
          <a:p>
            <a:pPr lvl="1" indent="117475" eaLnBrk="1" hangingPunct="1">
              <a:lnSpc>
                <a:spcPct val="90000"/>
              </a:lnSpc>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while(condition)</a:t>
            </a:r>
          </a:p>
          <a:p>
            <a:pPr lvl="1" indent="117475" eaLnBrk="1" hangingPunct="1">
              <a:lnSpc>
                <a:spcPct val="90000"/>
              </a:lnSpc>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marL="742950" lvl="2" indent="506413" eaLnBrk="1" hangingPunct="1">
              <a:lnSpc>
                <a:spcPct val="90000"/>
              </a:lnSpc>
              <a:buSzTx/>
              <a:buFontTx/>
              <a:buNone/>
            </a:pP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statements</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17475" eaLnBrk="1" hangingPunct="1">
              <a:lnSpc>
                <a:spcPct val="90000"/>
              </a:lnSpc>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While the condition is true, the statements will execute repeatedly.</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is a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pretest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which means that it will test the value of the condition prior to executing the loop.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2883C98-A6D9-7254-02EF-BBA2F1B504FE}"/>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(2 of 2)</a:t>
            </a:r>
          </a:p>
        </p:txBody>
      </p:sp>
      <p:sp>
        <p:nvSpPr>
          <p:cNvPr id="21507" name="Rectangle 3">
            <a:extLst>
              <a:ext uri="{FF2B5EF4-FFF2-40B4-BE49-F238E27FC236}">
                <a16:creationId xmlns:a16="http://schemas.microsoft.com/office/drawing/2014/main" id="{770BF2C0-7AAE-2ABC-F745-749770DDBFE5}"/>
              </a:ext>
            </a:extLst>
          </p:cNvPr>
          <p:cNvSpPr txBox="1">
            <a:spLocks noGrp="1"/>
          </p:cNvSpPr>
          <p:nvPr>
            <p:ph type="body" idx="1"/>
          </p:nvPr>
        </p:nvSpPr>
        <p:spPr>
          <a:xfrm>
            <a:off x="457200" y="155416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Care must be taken to set the condition to false somewhere in the loop so the loop will end.</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Loops that do not end are called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infinite loops.</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executes 0 or more times. If the condition is false, the loop will not execute.</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WhileLoop.java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AA1301D-2725-3761-4268-64E0AF527193}"/>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Flowchart</a:t>
            </a:r>
          </a:p>
        </p:txBody>
      </p:sp>
      <p:grpSp>
        <p:nvGrpSpPr>
          <p:cNvPr id="23555" name="Group 16" descr="The logic of a while loop begins with a Boolean Expression. When the expression is tested to be true, a statement is executed and the while cycle begins again and repeats until the expression is false. ">
            <a:extLst>
              <a:ext uri="{FF2B5EF4-FFF2-40B4-BE49-F238E27FC236}">
                <a16:creationId xmlns:a16="http://schemas.microsoft.com/office/drawing/2014/main" id="{84D33D27-079A-1323-E8F8-6D9ECE06E5E3}"/>
              </a:ext>
            </a:extLst>
          </p:cNvPr>
          <p:cNvGrpSpPr>
            <a:grpSpLocks/>
          </p:cNvGrpSpPr>
          <p:nvPr/>
        </p:nvGrpSpPr>
        <p:grpSpPr bwMode="auto">
          <a:xfrm>
            <a:off x="2362200" y="1763713"/>
            <a:ext cx="4419600" cy="4408487"/>
            <a:chOff x="1968" y="775"/>
            <a:chExt cx="2784" cy="2777"/>
          </a:xfrm>
        </p:grpSpPr>
        <p:sp>
          <p:nvSpPr>
            <p:cNvPr id="23556" name="Rectangle 5">
              <a:extLst>
                <a:ext uri="{FF2B5EF4-FFF2-40B4-BE49-F238E27FC236}">
                  <a16:creationId xmlns:a16="http://schemas.microsoft.com/office/drawing/2014/main" id="{7F55C0A4-4DCD-5FC1-9DD5-63E256396FDF}"/>
                </a:ext>
              </a:extLst>
            </p:cNvPr>
            <p:cNvSpPr>
              <a:spLocks noChangeArrowheads="1"/>
            </p:cNvSpPr>
            <p:nvPr/>
          </p:nvSpPr>
          <p:spPr bwMode="auto">
            <a:xfrm rot="2701371">
              <a:off x="2016" y="1728"/>
              <a:ext cx="720" cy="720"/>
            </a:xfrm>
            <a:prstGeom prst="rect">
              <a:avLst/>
            </a:prstGeom>
            <a:solidFill>
              <a:srgbClr val="BBE0E3"/>
            </a:solidFill>
            <a:ln w="9525">
              <a:solidFill>
                <a:schemeClr val="tx1"/>
              </a:solidFill>
              <a:miter lim="800000"/>
              <a:headEnd/>
              <a:tailEnd/>
            </a:ln>
          </p:spPr>
          <p:txBody>
            <a:bodyPr rot="10800000" vert="eaVert"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endParaRPr lang="en-US" altLang="en-US" sz="1800"/>
            </a:p>
          </p:txBody>
        </p:sp>
        <p:sp>
          <p:nvSpPr>
            <p:cNvPr id="23557" name="Rectangle 6">
              <a:extLst>
                <a:ext uri="{FF2B5EF4-FFF2-40B4-BE49-F238E27FC236}">
                  <a16:creationId xmlns:a16="http://schemas.microsoft.com/office/drawing/2014/main" id="{0AF50B00-964A-85A8-64D2-0FA30E7BF2C6}"/>
                </a:ext>
              </a:extLst>
            </p:cNvPr>
            <p:cNvSpPr>
              <a:spLocks noChangeArrowheads="1"/>
            </p:cNvSpPr>
            <p:nvPr/>
          </p:nvSpPr>
          <p:spPr bwMode="auto">
            <a:xfrm>
              <a:off x="3552" y="1968"/>
              <a:ext cx="1200" cy="240"/>
            </a:xfrm>
            <a:prstGeom prst="rect">
              <a:avLst/>
            </a:prstGeom>
            <a:solidFill>
              <a:srgbClr val="BBE0E3"/>
            </a:solidFill>
            <a:ln w="9525">
              <a:solidFill>
                <a:schemeClr val="tx1"/>
              </a:solidFill>
              <a:miter lim="800000"/>
              <a:headEnd/>
              <a:tailEnd/>
            </a:ln>
          </p:spPr>
          <p:txBody>
            <a:bodyPr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statement(s)</a:t>
              </a:r>
            </a:p>
          </p:txBody>
        </p:sp>
        <p:sp>
          <p:nvSpPr>
            <p:cNvPr id="23558" name="Text Box 8">
              <a:extLst>
                <a:ext uri="{FF2B5EF4-FFF2-40B4-BE49-F238E27FC236}">
                  <a16:creationId xmlns:a16="http://schemas.microsoft.com/office/drawing/2014/main" id="{D0853858-D6A4-6BB9-D8D8-482E6F980653}"/>
                </a:ext>
              </a:extLst>
            </p:cNvPr>
            <p:cNvSpPr txBox="1">
              <a:spLocks noChangeArrowheads="1"/>
            </p:cNvSpPr>
            <p:nvPr/>
          </p:nvSpPr>
          <p:spPr bwMode="auto">
            <a:xfrm>
              <a:off x="3024" y="1776"/>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true</a:t>
              </a:r>
            </a:p>
          </p:txBody>
        </p:sp>
        <p:sp>
          <p:nvSpPr>
            <p:cNvPr id="23559" name="Line 9">
              <a:extLst>
                <a:ext uri="{FF2B5EF4-FFF2-40B4-BE49-F238E27FC236}">
                  <a16:creationId xmlns:a16="http://schemas.microsoft.com/office/drawing/2014/main" id="{86A34924-AFC4-7976-4C4B-D30CCD5D7480}"/>
                </a:ext>
              </a:extLst>
            </p:cNvPr>
            <p:cNvSpPr>
              <a:spLocks noChangeShapeType="1"/>
            </p:cNvSpPr>
            <p:nvPr/>
          </p:nvSpPr>
          <p:spPr bwMode="auto">
            <a:xfrm>
              <a:off x="2400" y="2640"/>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cxnSp>
          <p:nvCxnSpPr>
            <p:cNvPr id="23560" name="AutoShape 10">
              <a:extLst>
                <a:ext uri="{FF2B5EF4-FFF2-40B4-BE49-F238E27FC236}">
                  <a16:creationId xmlns:a16="http://schemas.microsoft.com/office/drawing/2014/main" id="{A38A2EF2-5A06-E536-24AE-49987ECEB6BE}"/>
                </a:ext>
              </a:extLst>
            </p:cNvPr>
            <p:cNvCxnSpPr>
              <a:cxnSpLocks noChangeShapeType="1"/>
            </p:cNvCxnSpPr>
            <p:nvPr/>
          </p:nvCxnSpPr>
          <p:spPr bwMode="auto">
            <a:xfrm rot="10800000">
              <a:off x="2448" y="1008"/>
              <a:ext cx="1704" cy="960"/>
            </a:xfrm>
            <a:prstGeom prst="bentConnector3">
              <a:avLst>
                <a:gd name="adj1" fmla="val 5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3561" name="Line 11">
              <a:extLst>
                <a:ext uri="{FF2B5EF4-FFF2-40B4-BE49-F238E27FC236}">
                  <a16:creationId xmlns:a16="http://schemas.microsoft.com/office/drawing/2014/main" id="{7B61702A-778F-CE4B-1ECD-6F09C1719250}"/>
                </a:ext>
              </a:extLst>
            </p:cNvPr>
            <p:cNvSpPr>
              <a:spLocks noChangeShapeType="1"/>
            </p:cNvSpPr>
            <p:nvPr/>
          </p:nvSpPr>
          <p:spPr bwMode="auto">
            <a:xfrm>
              <a:off x="2366" y="775"/>
              <a:ext cx="0" cy="7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562" name="Text Box 12">
              <a:extLst>
                <a:ext uri="{FF2B5EF4-FFF2-40B4-BE49-F238E27FC236}">
                  <a16:creationId xmlns:a16="http://schemas.microsoft.com/office/drawing/2014/main" id="{DBC3FFEE-91D0-7E4B-4BD1-5246B0F5FA4A}"/>
                </a:ext>
              </a:extLst>
            </p:cNvPr>
            <p:cNvSpPr txBox="1">
              <a:spLocks noChangeArrowheads="1"/>
            </p:cNvSpPr>
            <p:nvPr/>
          </p:nvSpPr>
          <p:spPr bwMode="auto">
            <a:xfrm>
              <a:off x="1968" y="1884"/>
              <a:ext cx="7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latin typeface="Courier New" panose="02070309020205020404" pitchFamily="49" charset="0"/>
                </a:rPr>
                <a:t>boolean</a:t>
              </a:r>
            </a:p>
            <a:p>
              <a:pPr algn="ctr" eaLnBrk="1" hangingPunct="1"/>
              <a:r>
                <a:rPr lang="en-US" altLang="en-US" sz="1800"/>
                <a:t>expression?</a:t>
              </a:r>
            </a:p>
          </p:txBody>
        </p:sp>
        <p:sp>
          <p:nvSpPr>
            <p:cNvPr id="23563" name="Text Box 13">
              <a:extLst>
                <a:ext uri="{FF2B5EF4-FFF2-40B4-BE49-F238E27FC236}">
                  <a16:creationId xmlns:a16="http://schemas.microsoft.com/office/drawing/2014/main" id="{F68F8FF5-08AF-4DE6-B828-FCA40FF6CB06}"/>
                </a:ext>
              </a:extLst>
            </p:cNvPr>
            <p:cNvSpPr txBox="1">
              <a:spLocks noChangeArrowheads="1"/>
            </p:cNvSpPr>
            <p:nvPr/>
          </p:nvSpPr>
          <p:spPr bwMode="auto">
            <a:xfrm>
              <a:off x="2448" y="2880"/>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false</a:t>
              </a:r>
            </a:p>
          </p:txBody>
        </p:sp>
        <p:sp>
          <p:nvSpPr>
            <p:cNvPr id="23564" name="Line 14">
              <a:extLst>
                <a:ext uri="{FF2B5EF4-FFF2-40B4-BE49-F238E27FC236}">
                  <a16:creationId xmlns:a16="http://schemas.microsoft.com/office/drawing/2014/main" id="{3EFA9B6C-AD6E-DD92-6C48-633647F2EE70}"/>
                </a:ext>
              </a:extLst>
            </p:cNvPr>
            <p:cNvSpPr>
              <a:spLocks noChangeShapeType="1"/>
            </p:cNvSpPr>
            <p:nvPr/>
          </p:nvSpPr>
          <p:spPr bwMode="auto">
            <a:xfrm flipV="1">
              <a:off x="2928" y="2112"/>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AAF7130-F0DD-6984-668B-3AF64D88FDD4}"/>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Infinite Loops (1 of 2)</a:t>
            </a:r>
          </a:p>
        </p:txBody>
      </p:sp>
      <p:sp>
        <p:nvSpPr>
          <p:cNvPr id="18436" name="Rectangle 3">
            <a:extLst>
              <a:ext uri="{FF2B5EF4-FFF2-40B4-BE49-F238E27FC236}">
                <a16:creationId xmlns:a16="http://schemas.microsoft.com/office/drawing/2014/main" id="{F0632449-0650-4563-B8D5-2DEA2FB28EC4}"/>
              </a:ext>
            </a:extLst>
          </p:cNvPr>
          <p:cNvSpPr>
            <a:spLocks noGrp="1" noChangeArrowheads="1"/>
          </p:cNvSpPr>
          <p:nvPr>
            <p:ph type="body" idx="1"/>
          </p:nvPr>
        </p:nvSpPr>
        <p:spPr>
          <a:xfrm>
            <a:off x="457200" y="1663700"/>
            <a:ext cx="8229600" cy="4525963"/>
          </a:xfrm>
        </p:spPr>
        <p:txBody>
          <a:bodyPr/>
          <a:lstStyle/>
          <a:p>
            <a:pPr marL="488950" indent="-387350" eaLnBrk="1" hangingPunct="1">
              <a:lnSpc>
                <a:spcPct val="80000"/>
              </a:lnSpc>
              <a:defRPr/>
            </a:pPr>
            <a:r>
              <a:rPr lang="en-US" altLang="en-US" sz="2800" dirty="0"/>
              <a:t>In order for a </a:t>
            </a:r>
            <a:r>
              <a:rPr lang="en-US" altLang="en-US" sz="2800" dirty="0">
                <a:latin typeface="Courier New" panose="02070309020205020404" pitchFamily="49" charset="0"/>
              </a:rPr>
              <a:t>while</a:t>
            </a:r>
            <a:r>
              <a:rPr lang="en-US" altLang="en-US" sz="2800" dirty="0"/>
              <a:t> loop to end, the condition must become false. The following loop will not end:</a:t>
            </a:r>
          </a:p>
          <a:p>
            <a:pPr lvl="1" indent="125413" eaLnBrk="1" hangingPunct="1">
              <a:lnSpc>
                <a:spcPct val="80000"/>
              </a:lnSpc>
              <a:buFontTx/>
              <a:buNone/>
              <a:defRPr/>
            </a:pPr>
            <a:r>
              <a:rPr lang="en-US" altLang="en-US" sz="2400" b="1" dirty="0" err="1">
                <a:latin typeface="Courier New" panose="02070309020205020404" pitchFamily="49" charset="0"/>
              </a:rPr>
              <a:t>int</a:t>
            </a:r>
            <a:r>
              <a:rPr lang="en-US" altLang="en-US" sz="2400" b="1" dirty="0">
                <a:latin typeface="Courier New" panose="02070309020205020404" pitchFamily="49" charset="0"/>
              </a:rPr>
              <a:t> x = 20;</a:t>
            </a:r>
          </a:p>
          <a:p>
            <a:pPr lvl="1" indent="125413" eaLnBrk="1" hangingPunct="1">
              <a:lnSpc>
                <a:spcPct val="80000"/>
              </a:lnSpc>
              <a:buFontTx/>
              <a:buNone/>
              <a:defRPr/>
            </a:pPr>
            <a:r>
              <a:rPr lang="en-US" altLang="en-US" sz="2400" b="1" dirty="0">
                <a:latin typeface="Courier New" panose="02070309020205020404" pitchFamily="49" charset="0"/>
              </a:rPr>
              <a:t>while(x &gt; 0)</a:t>
            </a:r>
          </a:p>
          <a:p>
            <a:pPr lvl="1" indent="125413" eaLnBrk="1" hangingPunct="1">
              <a:lnSpc>
                <a:spcPct val="80000"/>
              </a:lnSpc>
              <a:buFontTx/>
              <a:buNone/>
              <a:defRPr/>
            </a:pPr>
            <a:r>
              <a:rPr lang="en-US" altLang="en-US" sz="2400" b="1" dirty="0">
                <a:latin typeface="Courier New" panose="02070309020205020404" pitchFamily="49" charset="0"/>
              </a:rPr>
              <a:t>{</a:t>
            </a:r>
          </a:p>
          <a:p>
            <a:pPr marL="4743450" lvl="2" indent="-3494088" eaLnBrk="1" hangingPunct="1">
              <a:lnSpc>
                <a:spcPct val="80000"/>
              </a:lnSpc>
              <a:buFontTx/>
              <a:buNone/>
              <a:defRPr/>
            </a:pPr>
            <a:r>
              <a:rPr lang="en-US" altLang="en-US" sz="2400" b="1" dirty="0" err="1">
                <a:latin typeface="Courier New" panose="02070309020205020404" pitchFamily="49" charset="0"/>
              </a:rPr>
              <a:t>System.out.println</a:t>
            </a:r>
            <a:r>
              <a:rPr lang="en-US" altLang="en-US" sz="2400" b="1" dirty="0">
                <a:latin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rPr>
              <a:t>x is greater than 0");</a:t>
            </a:r>
          </a:p>
          <a:p>
            <a:pPr lvl="1" indent="125413" eaLnBrk="1" hangingPunct="1">
              <a:lnSpc>
                <a:spcPct val="80000"/>
              </a:lnSpc>
              <a:buFontTx/>
              <a:buNone/>
              <a:defRPr/>
            </a:pPr>
            <a:r>
              <a:rPr lang="en-US" altLang="en-US" sz="2400" b="1" dirty="0">
                <a:latin typeface="Courier New" panose="02070309020205020404" pitchFamily="49" charset="0"/>
              </a:rPr>
              <a:t>}</a:t>
            </a:r>
          </a:p>
          <a:p>
            <a:pPr marL="488950" indent="-387350" eaLnBrk="1" hangingPunct="1">
              <a:lnSpc>
                <a:spcPct val="80000"/>
              </a:lnSpc>
              <a:defRPr/>
            </a:pPr>
            <a:r>
              <a:rPr lang="en-US" altLang="en-US" sz="2800" dirty="0"/>
              <a:t>The variable </a:t>
            </a:r>
            <a:r>
              <a:rPr lang="en-US" altLang="en-US" sz="2800" dirty="0">
                <a:latin typeface="Courier New" panose="02070309020205020404" pitchFamily="49" charset="0"/>
              </a:rPr>
              <a:t>x</a:t>
            </a:r>
            <a:r>
              <a:rPr lang="en-US" altLang="en-US" sz="2800" dirty="0"/>
              <a:t> never gets decremented so it will always be greater than 0.</a:t>
            </a:r>
          </a:p>
          <a:p>
            <a:pPr marL="488950" indent="-387350" eaLnBrk="1" hangingPunct="1">
              <a:lnSpc>
                <a:spcPct val="80000"/>
              </a:lnSpc>
              <a:defRPr/>
            </a:pPr>
            <a:r>
              <a:rPr lang="en-US" altLang="en-US" dirty="0"/>
              <a:t>Adding the </a:t>
            </a:r>
            <a:r>
              <a:rPr lang="en-US" altLang="en-US" b="1" dirty="0">
                <a:solidFill>
                  <a:srgbClr val="FF3300"/>
                </a:solidFill>
                <a:latin typeface="Courier New" panose="02070309020205020404" pitchFamily="49" charset="0"/>
              </a:rPr>
              <a:t>x--</a:t>
            </a:r>
            <a:r>
              <a:rPr lang="en-US" altLang="en-US" dirty="0"/>
              <a:t> above fixes the problem.</a:t>
            </a:r>
            <a:endParaRPr lang="en-US" altLang="en-US" sz="2800" dirty="0"/>
          </a:p>
          <a:p>
            <a:pPr eaLnBrk="1" hangingPunct="1">
              <a:lnSpc>
                <a:spcPct val="80000"/>
              </a:lnSpc>
              <a:buFontTx/>
              <a:buNone/>
              <a:defRPr/>
            </a:pPr>
            <a:r>
              <a:rPr lang="en-US" altLang="en-US" sz="28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A7C862A-80DE-4937-76B3-D8F9214C72F7}"/>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Infinite Loops (2 of 2)</a:t>
            </a:r>
          </a:p>
        </p:txBody>
      </p:sp>
      <p:sp>
        <p:nvSpPr>
          <p:cNvPr id="20484" name="Rectangle 3">
            <a:extLst>
              <a:ext uri="{FF2B5EF4-FFF2-40B4-BE49-F238E27FC236}">
                <a16:creationId xmlns:a16="http://schemas.microsoft.com/office/drawing/2014/main" id="{423EDEDC-F8B5-46AE-A271-CC618FB3EB46}"/>
              </a:ext>
            </a:extLst>
          </p:cNvPr>
          <p:cNvSpPr>
            <a:spLocks noGrp="1" noChangeArrowheads="1"/>
          </p:cNvSpPr>
          <p:nvPr>
            <p:ph type="body" idx="1"/>
          </p:nvPr>
        </p:nvSpPr>
        <p:spPr>
          <a:xfrm>
            <a:off x="457200" y="1590675"/>
            <a:ext cx="8229600" cy="4525963"/>
          </a:xfrm>
        </p:spPr>
        <p:txBody>
          <a:bodyPr/>
          <a:lstStyle/>
          <a:p>
            <a:pPr marL="488950" indent="-387350" eaLnBrk="1" hangingPunct="1">
              <a:defRPr/>
            </a:pPr>
            <a:r>
              <a:rPr lang="en-US" altLang="en-US" sz="2800" dirty="0"/>
              <a:t>This version of the loop decrements </a:t>
            </a:r>
            <a:r>
              <a:rPr lang="en-US" altLang="en-US" sz="2800" dirty="0">
                <a:latin typeface="Courier New" panose="02070309020205020404" pitchFamily="49" charset="0"/>
              </a:rPr>
              <a:t>x</a:t>
            </a:r>
            <a:r>
              <a:rPr lang="en-US" altLang="en-US" sz="2800" dirty="0"/>
              <a:t> during each iteration:</a:t>
            </a:r>
          </a:p>
          <a:p>
            <a:pPr eaLnBrk="1" hangingPunct="1">
              <a:buFontTx/>
              <a:buNone/>
              <a:defRPr/>
            </a:pPr>
            <a:endParaRPr lang="en-US" altLang="en-US" sz="2800" b="1" dirty="0">
              <a:latin typeface="Courier New" panose="02070309020205020404" pitchFamily="49" charset="0"/>
            </a:endParaRPr>
          </a:p>
          <a:p>
            <a:pPr lvl="1" indent="125413" eaLnBrk="1" hangingPunct="1">
              <a:buFontTx/>
              <a:buNone/>
              <a:defRPr/>
            </a:pPr>
            <a:r>
              <a:rPr lang="en-US" altLang="en-US" sz="2400" b="1" dirty="0" err="1">
                <a:latin typeface="Courier New" panose="02070309020205020404" pitchFamily="49" charset="0"/>
              </a:rPr>
              <a:t>int</a:t>
            </a:r>
            <a:r>
              <a:rPr lang="en-US" altLang="en-US" sz="2400" b="1" dirty="0">
                <a:latin typeface="Courier New" panose="02070309020205020404" pitchFamily="49" charset="0"/>
              </a:rPr>
              <a:t> x = 20;</a:t>
            </a:r>
          </a:p>
          <a:p>
            <a:pPr lvl="1" indent="125413" eaLnBrk="1" hangingPunct="1">
              <a:buFontTx/>
              <a:buNone/>
              <a:defRPr/>
            </a:pPr>
            <a:r>
              <a:rPr lang="en-US" altLang="en-US" sz="2400" b="1" dirty="0">
                <a:latin typeface="Courier New" panose="02070309020205020404" pitchFamily="49" charset="0"/>
              </a:rPr>
              <a:t>while(x &gt; 0)</a:t>
            </a:r>
          </a:p>
          <a:p>
            <a:pPr lvl="1" indent="125413" eaLnBrk="1" hangingPunct="1">
              <a:buFontTx/>
              <a:buNone/>
              <a:defRPr/>
            </a:pPr>
            <a:r>
              <a:rPr lang="en-US" altLang="en-US" sz="2400" b="1" dirty="0">
                <a:latin typeface="Courier New" panose="02070309020205020404" pitchFamily="49" charset="0"/>
              </a:rPr>
              <a:t>{</a:t>
            </a:r>
          </a:p>
          <a:p>
            <a:pPr marL="4789488" lvl="1" indent="-3921125" eaLnBrk="1" hangingPunct="1">
              <a:buFontTx/>
              <a:buNone/>
              <a:defRPr/>
            </a:pPr>
            <a:r>
              <a:rPr lang="en-US" altLang="en-US" sz="2400" b="1" dirty="0">
                <a:latin typeface="Courier New" panose="02070309020205020404" pitchFamily="49" charset="0"/>
              </a:rPr>
              <a:t>   </a:t>
            </a:r>
            <a:r>
              <a:rPr lang="en-US" altLang="en-US" sz="2400" b="1" dirty="0" err="1">
                <a:latin typeface="Courier New" panose="02070309020205020404" pitchFamily="49" charset="0"/>
              </a:rPr>
              <a:t>System.out.println</a:t>
            </a:r>
            <a:r>
              <a:rPr lang="en-US" altLang="en-US" sz="2400" b="1" dirty="0">
                <a:latin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rPr>
              <a:t>x is greater than 0");</a:t>
            </a:r>
          </a:p>
          <a:p>
            <a:pPr lvl="1" indent="125413" eaLnBrk="1" hangingPunct="1">
              <a:buFontTx/>
              <a:buNone/>
              <a:defRPr/>
            </a:pPr>
            <a:r>
              <a:rPr lang="en-US" altLang="en-US" sz="2400" b="1" dirty="0">
                <a:latin typeface="Courier New" panose="02070309020205020404" pitchFamily="49" charset="0"/>
              </a:rPr>
              <a:t>   </a:t>
            </a:r>
            <a:r>
              <a:rPr lang="en-US" altLang="en-US" sz="2400" b="1" dirty="0">
                <a:solidFill>
                  <a:srgbClr val="FF3300"/>
                </a:solidFill>
                <a:latin typeface="Courier New" panose="02070309020205020404" pitchFamily="49" charset="0"/>
              </a:rPr>
              <a:t>x--;</a:t>
            </a:r>
          </a:p>
          <a:p>
            <a:pPr lvl="1" indent="125413" eaLnBrk="1" hangingPunct="1">
              <a:buFontTx/>
              <a:buNone/>
              <a:defRPr/>
            </a:pPr>
            <a:r>
              <a:rPr lang="en-US" altLang="en-US" sz="2400" b="1" dirty="0">
                <a:latin typeface="Courier New" panose="02070309020205020404" pitchFamily="49"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35593DB-2ADE-3B8E-86B5-352DBEC48148}"/>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Block Statements in Loops</a:t>
            </a:r>
          </a:p>
        </p:txBody>
      </p:sp>
      <p:sp>
        <p:nvSpPr>
          <p:cNvPr id="28675" name="Rectangle 3">
            <a:extLst>
              <a:ext uri="{FF2B5EF4-FFF2-40B4-BE49-F238E27FC236}">
                <a16:creationId xmlns:a16="http://schemas.microsoft.com/office/drawing/2014/main" id="{AB4DC39D-A95A-0D2C-03E9-297ECEE61198}"/>
              </a:ext>
            </a:extLst>
          </p:cNvPr>
          <p:cNvSpPr txBox="1">
            <a:spLocks noGrp="1"/>
          </p:cNvSpPr>
          <p:nvPr>
            <p:ph type="body" idx="1"/>
          </p:nvPr>
        </p:nvSpPr>
        <p:spPr>
          <a:xfrm>
            <a:off x="457200" y="1617663"/>
            <a:ext cx="85344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Curly braces are required to enclose block statement while loops. (like block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if</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statements)</a:t>
            </a:r>
            <a:b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a:p>
            <a:pPr lvl="1" indent="125413"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while (</a:t>
            </a:r>
            <a:r>
              <a:rPr lang="en-US" altLang="en-US" sz="2400" b="1" i="1">
                <a:solidFill>
                  <a:srgbClr val="000000"/>
                </a:solidFill>
                <a:latin typeface="Courier New" panose="02070309020205020404" pitchFamily="49" charset="0"/>
                <a:cs typeface="Arial" panose="020B0604020202020204" pitchFamily="34" charset="0"/>
                <a:sym typeface="Arial" panose="020B0604020202020204" pitchFamily="34" charset="0"/>
              </a:rPr>
              <a:t>condition</a:t>
            </a: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25413"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25413"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   </a:t>
            </a:r>
            <a:r>
              <a:rPr lang="en-US" altLang="en-US" sz="2400" b="1" i="1">
                <a:solidFill>
                  <a:srgbClr val="000000"/>
                </a:solidFill>
                <a:latin typeface="Courier New" panose="02070309020205020404" pitchFamily="49" charset="0"/>
                <a:cs typeface="Arial" panose="020B0604020202020204" pitchFamily="34" charset="0"/>
                <a:sym typeface="Arial" panose="020B0604020202020204" pitchFamily="34" charset="0"/>
              </a:rPr>
              <a:t>statement</a:t>
            </a: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25413"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   </a:t>
            </a:r>
            <a:r>
              <a:rPr lang="en-US" altLang="en-US" sz="2400" b="1" i="1">
                <a:solidFill>
                  <a:srgbClr val="000000"/>
                </a:solidFill>
                <a:latin typeface="Courier New" panose="02070309020205020404" pitchFamily="49" charset="0"/>
                <a:cs typeface="Arial" panose="020B0604020202020204" pitchFamily="34" charset="0"/>
                <a:sym typeface="Arial" panose="020B0604020202020204" pitchFamily="34" charset="0"/>
              </a:rPr>
              <a:t>statement;</a:t>
            </a:r>
          </a:p>
          <a:p>
            <a:pPr lvl="1" indent="125413" eaLnBrk="1" hangingPunct="1">
              <a:lnSpc>
                <a:spcPct val="90000"/>
              </a:lnSpc>
              <a:buSzTx/>
              <a:buFontTx/>
              <a:buNone/>
            </a:pPr>
            <a:r>
              <a:rPr lang="en-US" altLang="en-US" sz="2400" b="1" i="1">
                <a:solidFill>
                  <a:srgbClr val="000000"/>
                </a:solidFill>
                <a:latin typeface="Courier New" panose="02070309020205020404" pitchFamily="49" charset="0"/>
                <a:cs typeface="Arial" panose="020B0604020202020204" pitchFamily="34" charset="0"/>
                <a:sym typeface="Arial" panose="020B0604020202020204" pitchFamily="34" charset="0"/>
              </a:rPr>
              <a:t>   statement;</a:t>
            </a:r>
          </a:p>
          <a:p>
            <a:pPr lvl="1" indent="125413"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F524000-6DEF-DC12-994A-8691D8066C37}"/>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for Input Validation</a:t>
            </a:r>
          </a:p>
        </p:txBody>
      </p:sp>
      <p:sp>
        <p:nvSpPr>
          <p:cNvPr id="30723" name="Rectangle 3">
            <a:extLst>
              <a:ext uri="{FF2B5EF4-FFF2-40B4-BE49-F238E27FC236}">
                <a16:creationId xmlns:a16="http://schemas.microsoft.com/office/drawing/2014/main" id="{82D480B1-8F13-4306-2586-DA084503DA16}"/>
              </a:ext>
            </a:extLst>
          </p:cNvPr>
          <p:cNvSpPr txBox="1">
            <a:spLocks noGrp="1"/>
          </p:cNvSpPr>
          <p:nvPr>
            <p:ph type="body" idx="1"/>
          </p:nvPr>
        </p:nvSpPr>
        <p:spPr>
          <a:xfrm>
            <a:off x="466725" y="1617663"/>
            <a:ext cx="8229600" cy="4525962"/>
          </a:xfrm>
        </p:spPr>
        <p:txBody>
          <a:bodyPr/>
          <a:lstStyle/>
          <a:p>
            <a:pPr marL="488950" indent="-387350" eaLnBrk="1" hangingPunct="1">
              <a:lnSpc>
                <a:spcPct val="90000"/>
              </a:lnSpc>
              <a:buSzTx/>
              <a:buFontTx/>
              <a:buChar char="•"/>
            </a:pP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Input validation</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is the process of ensuring that user input is valid.</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System.out.print("Enter a number in the " +</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"range of 1 through 100: ");</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number = keyboard.nextInt();</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Validate the input.</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while (number &lt; 1 || number &gt; 100)</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System.out.println("That number is invalid.");</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System.out.print("Enter a number in the " +</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"range of 1 through 100: ");</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  number = keyboard.nextInt();</a:t>
            </a:r>
          </a:p>
          <a:p>
            <a:pPr lvl="1" indent="117475" eaLnBrk="1" hangingPunct="1">
              <a:lnSpc>
                <a:spcPct val="90000"/>
              </a:lnSpc>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SoccerTeams.java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16EA59C-EAB0-A50A-DE77-4AED3792F6A3}"/>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do</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a:t>
            </a:r>
          </a:p>
        </p:txBody>
      </p:sp>
      <p:sp>
        <p:nvSpPr>
          <p:cNvPr id="26628" name="Rectangle 3">
            <a:extLst>
              <a:ext uri="{FF2B5EF4-FFF2-40B4-BE49-F238E27FC236}">
                <a16:creationId xmlns:a16="http://schemas.microsoft.com/office/drawing/2014/main" id="{E1A33063-7F83-4212-9135-65BAFCBD4E55}"/>
              </a:ext>
            </a:extLst>
          </p:cNvPr>
          <p:cNvSpPr>
            <a:spLocks noGrp="1" noChangeArrowheads="1"/>
          </p:cNvSpPr>
          <p:nvPr>
            <p:ph type="body" idx="1"/>
          </p:nvPr>
        </p:nvSpPr>
        <p:spPr>
          <a:xfrm>
            <a:off x="457200" y="1617663"/>
            <a:ext cx="8229600" cy="4525962"/>
          </a:xfrm>
        </p:spPr>
        <p:txBody>
          <a:bodyPr/>
          <a:lstStyle/>
          <a:p>
            <a:pPr marL="488950" indent="-387350" eaLnBrk="1" hangingPunct="1">
              <a:defRPr/>
            </a:pPr>
            <a:r>
              <a:rPr lang="en-US" altLang="en-US" dirty="0"/>
              <a:t>The </a:t>
            </a:r>
            <a:r>
              <a:rPr lang="en-US" altLang="en-US" dirty="0">
                <a:latin typeface="Courier New" panose="02070309020205020404" pitchFamily="49" charset="0"/>
              </a:rPr>
              <a:t>do</a:t>
            </a:r>
            <a:r>
              <a:rPr lang="en-US" altLang="en-US" dirty="0"/>
              <a:t>-</a:t>
            </a:r>
            <a:r>
              <a:rPr lang="en-US" altLang="en-US" dirty="0">
                <a:latin typeface="Courier New" panose="02070309020205020404" pitchFamily="49" charset="0"/>
              </a:rPr>
              <a:t>while</a:t>
            </a:r>
            <a:r>
              <a:rPr lang="en-US" altLang="en-US" dirty="0"/>
              <a:t> loop is a </a:t>
            </a:r>
            <a:r>
              <a:rPr lang="en-US" altLang="en-US" i="1" dirty="0"/>
              <a:t>post-test</a:t>
            </a:r>
            <a:r>
              <a:rPr lang="en-US" altLang="en-US" dirty="0"/>
              <a:t> loop, which means it will execute the loop prior to testing the condition.</a:t>
            </a:r>
          </a:p>
          <a:p>
            <a:pPr marL="488950" indent="-387350" eaLnBrk="1" hangingPunct="1">
              <a:defRPr/>
            </a:pPr>
            <a:r>
              <a:rPr lang="en-US" altLang="en-US" dirty="0"/>
              <a:t>The </a:t>
            </a:r>
            <a:r>
              <a:rPr lang="en-US" altLang="en-US" dirty="0">
                <a:latin typeface="Courier New" panose="02070309020205020404" pitchFamily="49" charset="0"/>
              </a:rPr>
              <a:t>do</a:t>
            </a:r>
            <a:r>
              <a:rPr lang="en-US" altLang="en-US" dirty="0"/>
              <a:t>-</a:t>
            </a:r>
            <a:r>
              <a:rPr lang="en-US" altLang="en-US" dirty="0">
                <a:latin typeface="Courier New" panose="02070309020205020404" pitchFamily="49" charset="0"/>
              </a:rPr>
              <a:t>while</a:t>
            </a:r>
            <a:r>
              <a:rPr lang="en-US" altLang="en-US" dirty="0"/>
              <a:t> loop (sometimes called </a:t>
            </a:r>
            <a:r>
              <a:rPr lang="en-US" altLang="en-US" dirty="0" err="1"/>
              <a:t>called</a:t>
            </a:r>
            <a:r>
              <a:rPr lang="en-US" altLang="en-US" dirty="0"/>
              <a:t> a </a:t>
            </a:r>
            <a:r>
              <a:rPr lang="en-US" altLang="en-US" dirty="0">
                <a:latin typeface="Courier New" panose="02070309020205020404" pitchFamily="49" charset="0"/>
              </a:rPr>
              <a:t>do</a:t>
            </a:r>
            <a:r>
              <a:rPr lang="en-US" altLang="en-US" dirty="0"/>
              <a:t> loop) takes the form:</a:t>
            </a:r>
          </a:p>
          <a:p>
            <a:pPr lvl="1" indent="125413" eaLnBrk="1" hangingPunct="1">
              <a:buFontTx/>
              <a:buNone/>
              <a:defRPr/>
            </a:pPr>
            <a:r>
              <a:rPr lang="en-US" altLang="en-US" sz="2000" b="1" dirty="0">
                <a:latin typeface="Courier New" panose="02070309020205020404" pitchFamily="49" charset="0"/>
              </a:rPr>
              <a:t>do</a:t>
            </a:r>
          </a:p>
          <a:p>
            <a:pPr lvl="1" indent="125413" eaLnBrk="1" hangingPunct="1">
              <a:buFontTx/>
              <a:buNone/>
              <a:defRPr/>
            </a:pPr>
            <a:r>
              <a:rPr lang="en-US" altLang="en-US" sz="2000" b="1" dirty="0">
                <a:latin typeface="Courier New" panose="02070309020205020404" pitchFamily="49" charset="0"/>
              </a:rPr>
              <a:t>{</a:t>
            </a:r>
          </a:p>
          <a:p>
            <a:pPr lvl="1" indent="415925" eaLnBrk="1" hangingPunct="1">
              <a:buFontTx/>
              <a:buNone/>
              <a:defRPr/>
            </a:pPr>
            <a:r>
              <a:rPr lang="en-US" altLang="en-US" sz="2000" b="1" i="1" dirty="0">
                <a:latin typeface="Courier New" panose="02070309020205020404" pitchFamily="49" charset="0"/>
              </a:rPr>
              <a:t>statement(s);</a:t>
            </a:r>
          </a:p>
          <a:p>
            <a:pPr lvl="1" indent="125413" eaLnBrk="1" hangingPunct="1">
              <a:buFontTx/>
              <a:buNone/>
              <a:defRPr/>
            </a:pPr>
            <a:r>
              <a:rPr lang="en-US" altLang="en-US" sz="2000" b="1" dirty="0">
                <a:latin typeface="Courier New" panose="02070309020205020404" pitchFamily="49" charset="0"/>
              </a:rPr>
              <a:t>}while (</a:t>
            </a:r>
            <a:r>
              <a:rPr lang="en-US" altLang="en-US" sz="2000" b="1" i="1" dirty="0">
                <a:latin typeface="Courier New" panose="02070309020205020404" pitchFamily="49" charset="0"/>
              </a:rPr>
              <a:t>condition</a:t>
            </a:r>
            <a:r>
              <a:rPr lang="en-US" altLang="en-US" sz="2000" b="1" dirty="0">
                <a:latin typeface="Courier New" panose="02070309020205020404" pitchFamily="49" charset="0"/>
              </a:rPr>
              <a:t>);</a:t>
            </a:r>
          </a:p>
          <a:p>
            <a:pPr marL="488950" indent="-387350" eaLnBrk="1" hangingPunct="1">
              <a:defRPr/>
            </a:pPr>
            <a:r>
              <a:rPr lang="en-US" altLang="en-US" dirty="0"/>
              <a:t>Example: </a:t>
            </a:r>
            <a:r>
              <a:rPr lang="en-US" altLang="en-US" dirty="0">
                <a:hlinkClick r:id="rId3" action="ppaction://hlinkfile"/>
              </a:rPr>
              <a:t>TestAverage1.java</a:t>
            </a: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2D01AB2-392B-3CEC-4ADF-32E0105042E9}"/>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do</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a:t>
            </a:r>
            <a:r>
              <a:rPr lang="en-US" altLang="en-US">
                <a:latin typeface="Courier New" panose="02070309020205020404" pitchFamily="49" charset="0"/>
                <a:cs typeface="Times New Roman" panose="02020603050405020304" pitchFamily="18" charset="0"/>
                <a:sym typeface="Times New Roman" panose="02020603050405020304" pitchFamily="18" charset="0"/>
              </a:rPr>
              <a:t>while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Flowchart</a:t>
            </a:r>
          </a:p>
        </p:txBody>
      </p:sp>
      <p:grpSp>
        <p:nvGrpSpPr>
          <p:cNvPr id="34819" name="Group 18">
            <a:extLst>
              <a:ext uri="{FF2B5EF4-FFF2-40B4-BE49-F238E27FC236}">
                <a16:creationId xmlns:a16="http://schemas.microsoft.com/office/drawing/2014/main" id="{EE537C56-656B-07E4-2C7F-166C1DC96C61}"/>
              </a:ext>
            </a:extLst>
          </p:cNvPr>
          <p:cNvGrpSpPr>
            <a:grpSpLocks/>
          </p:cNvGrpSpPr>
          <p:nvPr/>
        </p:nvGrpSpPr>
        <p:grpSpPr bwMode="auto">
          <a:xfrm>
            <a:off x="3162300" y="1477963"/>
            <a:ext cx="2819400" cy="4800600"/>
            <a:chOff x="1824" y="768"/>
            <a:chExt cx="1776" cy="3024"/>
          </a:xfrm>
        </p:grpSpPr>
        <p:sp>
          <p:nvSpPr>
            <p:cNvPr id="34820" name="Rectangle 6">
              <a:extLst>
                <a:ext uri="{FF2B5EF4-FFF2-40B4-BE49-F238E27FC236}">
                  <a16:creationId xmlns:a16="http://schemas.microsoft.com/office/drawing/2014/main" id="{5B740E12-5394-64E6-A677-6F1EDA0EAA83}"/>
                </a:ext>
              </a:extLst>
            </p:cNvPr>
            <p:cNvSpPr>
              <a:spLocks noChangeArrowheads="1"/>
            </p:cNvSpPr>
            <p:nvPr/>
          </p:nvSpPr>
          <p:spPr bwMode="auto">
            <a:xfrm>
              <a:off x="1824" y="1296"/>
              <a:ext cx="1200" cy="240"/>
            </a:xfrm>
            <a:prstGeom prst="rect">
              <a:avLst/>
            </a:prstGeom>
            <a:solidFill>
              <a:srgbClr val="BBE0E3"/>
            </a:solidFill>
            <a:ln w="9525">
              <a:solidFill>
                <a:schemeClr val="tx1"/>
              </a:solidFill>
              <a:miter lim="800000"/>
              <a:headEnd/>
              <a:tailEnd/>
            </a:ln>
          </p:spPr>
          <p:txBody>
            <a:bodyPr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statement(s)</a:t>
              </a:r>
            </a:p>
          </p:txBody>
        </p:sp>
        <p:sp>
          <p:nvSpPr>
            <p:cNvPr id="34821" name="Line 10">
              <a:extLst>
                <a:ext uri="{FF2B5EF4-FFF2-40B4-BE49-F238E27FC236}">
                  <a16:creationId xmlns:a16="http://schemas.microsoft.com/office/drawing/2014/main" id="{3D6342BF-9145-5838-3279-4C88A36A2223}"/>
                </a:ext>
              </a:extLst>
            </p:cNvPr>
            <p:cNvSpPr>
              <a:spLocks noChangeShapeType="1"/>
            </p:cNvSpPr>
            <p:nvPr/>
          </p:nvSpPr>
          <p:spPr bwMode="auto">
            <a:xfrm>
              <a:off x="2400" y="768"/>
              <a:ext cx="0"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34822" name="Group 14">
              <a:extLst>
                <a:ext uri="{FF2B5EF4-FFF2-40B4-BE49-F238E27FC236}">
                  <a16:creationId xmlns:a16="http://schemas.microsoft.com/office/drawing/2014/main" id="{0DAE6D2B-41B5-FB73-3A69-09A9F90C3A41}"/>
                </a:ext>
              </a:extLst>
            </p:cNvPr>
            <p:cNvGrpSpPr>
              <a:grpSpLocks/>
            </p:cNvGrpSpPr>
            <p:nvPr/>
          </p:nvGrpSpPr>
          <p:grpSpPr bwMode="auto">
            <a:xfrm>
              <a:off x="1968" y="1968"/>
              <a:ext cx="1396" cy="1824"/>
              <a:chOff x="1968" y="1728"/>
              <a:chExt cx="1396" cy="1824"/>
            </a:xfrm>
          </p:grpSpPr>
          <p:sp>
            <p:nvSpPr>
              <p:cNvPr id="34827" name="Rectangle 5">
                <a:extLst>
                  <a:ext uri="{FF2B5EF4-FFF2-40B4-BE49-F238E27FC236}">
                    <a16:creationId xmlns:a16="http://schemas.microsoft.com/office/drawing/2014/main" id="{3ADDB57A-E5C2-3AE6-D274-619C24B84A4E}"/>
                  </a:ext>
                </a:extLst>
              </p:cNvPr>
              <p:cNvSpPr>
                <a:spLocks noChangeArrowheads="1"/>
              </p:cNvSpPr>
              <p:nvPr/>
            </p:nvSpPr>
            <p:spPr bwMode="auto">
              <a:xfrm rot="2701371">
                <a:off x="2016" y="1728"/>
                <a:ext cx="720" cy="720"/>
              </a:xfrm>
              <a:prstGeom prst="rect">
                <a:avLst/>
              </a:prstGeom>
              <a:solidFill>
                <a:srgbClr val="BBE0E3"/>
              </a:solidFill>
              <a:ln w="9525">
                <a:solidFill>
                  <a:schemeClr val="tx1"/>
                </a:solidFill>
                <a:miter lim="800000"/>
                <a:headEnd/>
                <a:tailEnd/>
              </a:ln>
            </p:spPr>
            <p:txBody>
              <a:bodyPr rot="10800000" vert="eaVert"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endParaRPr lang="en-US" altLang="en-US" sz="1800"/>
              </a:p>
            </p:txBody>
          </p:sp>
          <p:sp>
            <p:nvSpPr>
              <p:cNvPr id="34828" name="Text Box 7">
                <a:extLst>
                  <a:ext uri="{FF2B5EF4-FFF2-40B4-BE49-F238E27FC236}">
                    <a16:creationId xmlns:a16="http://schemas.microsoft.com/office/drawing/2014/main" id="{A5A8632C-2EE7-23BD-4CF2-9C94870C4CCA}"/>
                  </a:ext>
                </a:extLst>
              </p:cNvPr>
              <p:cNvSpPr txBox="1">
                <a:spLocks noChangeArrowheads="1"/>
              </p:cNvSpPr>
              <p:nvPr/>
            </p:nvSpPr>
            <p:spPr bwMode="auto">
              <a:xfrm>
                <a:off x="3024" y="1776"/>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true</a:t>
                </a:r>
              </a:p>
            </p:txBody>
          </p:sp>
          <p:sp>
            <p:nvSpPr>
              <p:cNvPr id="34829" name="Line 8">
                <a:extLst>
                  <a:ext uri="{FF2B5EF4-FFF2-40B4-BE49-F238E27FC236}">
                    <a16:creationId xmlns:a16="http://schemas.microsoft.com/office/drawing/2014/main" id="{2B4AB0E0-4D9B-1021-2EA7-024B2BCF153C}"/>
                  </a:ext>
                </a:extLst>
              </p:cNvPr>
              <p:cNvSpPr>
                <a:spLocks noChangeShapeType="1"/>
              </p:cNvSpPr>
              <p:nvPr/>
            </p:nvSpPr>
            <p:spPr bwMode="auto">
              <a:xfrm>
                <a:off x="2400" y="2640"/>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830" name="Text Box 11" descr="The logic of a do-while loop will not test its Boolean expression until it has completed an iteration. The statement leads to the Boolean expression. If the expression is true, it will trigger another iteration. If it is false, the loop will terminate. ">
                <a:extLst>
                  <a:ext uri="{FF2B5EF4-FFF2-40B4-BE49-F238E27FC236}">
                    <a16:creationId xmlns:a16="http://schemas.microsoft.com/office/drawing/2014/main" id="{C73E8270-7085-B155-5441-BB7F7771061E}"/>
                  </a:ext>
                </a:extLst>
              </p:cNvPr>
              <p:cNvSpPr txBox="1">
                <a:spLocks noChangeArrowheads="1"/>
              </p:cNvSpPr>
              <p:nvPr/>
            </p:nvSpPr>
            <p:spPr bwMode="auto">
              <a:xfrm>
                <a:off x="1968" y="1884"/>
                <a:ext cx="7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latin typeface="Courier New" panose="02070309020205020404" pitchFamily="49" charset="0"/>
                  </a:rPr>
                  <a:t>boolean</a:t>
                </a:r>
              </a:p>
              <a:p>
                <a:pPr algn="ctr" eaLnBrk="1" hangingPunct="1"/>
                <a:r>
                  <a:rPr lang="en-US" altLang="en-US" sz="1800"/>
                  <a:t>expression?</a:t>
                </a:r>
              </a:p>
            </p:txBody>
          </p:sp>
          <p:sp>
            <p:nvSpPr>
              <p:cNvPr id="34831" name="Text Box 12">
                <a:extLst>
                  <a:ext uri="{FF2B5EF4-FFF2-40B4-BE49-F238E27FC236}">
                    <a16:creationId xmlns:a16="http://schemas.microsoft.com/office/drawing/2014/main" id="{70180C78-7ECD-051F-6259-D5A4A1BFD607}"/>
                  </a:ext>
                </a:extLst>
              </p:cNvPr>
              <p:cNvSpPr txBox="1">
                <a:spLocks noChangeArrowheads="1"/>
              </p:cNvSpPr>
              <p:nvPr/>
            </p:nvSpPr>
            <p:spPr bwMode="auto">
              <a:xfrm>
                <a:off x="2448" y="2880"/>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false</a:t>
                </a:r>
              </a:p>
            </p:txBody>
          </p:sp>
        </p:grpSp>
        <p:sp>
          <p:nvSpPr>
            <p:cNvPr id="34823" name="Line 13">
              <a:extLst>
                <a:ext uri="{FF2B5EF4-FFF2-40B4-BE49-F238E27FC236}">
                  <a16:creationId xmlns:a16="http://schemas.microsoft.com/office/drawing/2014/main" id="{F7672D44-2CDB-1762-FB97-053D8A9F9F96}"/>
                </a:ext>
              </a:extLst>
            </p:cNvPr>
            <p:cNvSpPr>
              <a:spLocks noChangeShapeType="1"/>
            </p:cNvSpPr>
            <p:nvPr/>
          </p:nvSpPr>
          <p:spPr bwMode="auto">
            <a:xfrm>
              <a:off x="2400" y="158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824" name="Line 15">
              <a:extLst>
                <a:ext uri="{FF2B5EF4-FFF2-40B4-BE49-F238E27FC236}">
                  <a16:creationId xmlns:a16="http://schemas.microsoft.com/office/drawing/2014/main" id="{5074AC10-F153-935F-3C21-824A578A7AE5}"/>
                </a:ext>
              </a:extLst>
            </p:cNvPr>
            <p:cNvSpPr>
              <a:spLocks noChangeShapeType="1"/>
            </p:cNvSpPr>
            <p:nvPr/>
          </p:nvSpPr>
          <p:spPr bwMode="auto">
            <a:xfrm>
              <a:off x="2976" y="235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4825" name="Line 16">
              <a:extLst>
                <a:ext uri="{FF2B5EF4-FFF2-40B4-BE49-F238E27FC236}">
                  <a16:creationId xmlns:a16="http://schemas.microsoft.com/office/drawing/2014/main" id="{4D0156B9-5780-48BB-6ADB-FCB29F8BAFB2}"/>
                </a:ext>
              </a:extLst>
            </p:cNvPr>
            <p:cNvSpPr>
              <a:spLocks noChangeShapeType="1"/>
            </p:cNvSpPr>
            <p:nvPr/>
          </p:nvSpPr>
          <p:spPr bwMode="auto">
            <a:xfrm flipV="1">
              <a:off x="3600" y="1008"/>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4826" name="Line 17">
              <a:extLst>
                <a:ext uri="{FF2B5EF4-FFF2-40B4-BE49-F238E27FC236}">
                  <a16:creationId xmlns:a16="http://schemas.microsoft.com/office/drawing/2014/main" id="{CD69C1DB-B4DB-22EA-4270-9BCE54694A1E}"/>
                </a:ext>
              </a:extLst>
            </p:cNvPr>
            <p:cNvSpPr>
              <a:spLocks noChangeShapeType="1"/>
            </p:cNvSpPr>
            <p:nvPr/>
          </p:nvSpPr>
          <p:spPr bwMode="auto">
            <a:xfrm flipH="1">
              <a:off x="2448" y="1008"/>
              <a:ext cx="11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7E73AB3-882F-015C-36CD-9A68BC443FC0}"/>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for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a:t>
            </a:r>
          </a:p>
        </p:txBody>
      </p:sp>
      <p:sp>
        <p:nvSpPr>
          <p:cNvPr id="35843" name="Rectangle 3">
            <a:extLst>
              <a:ext uri="{FF2B5EF4-FFF2-40B4-BE49-F238E27FC236}">
                <a16:creationId xmlns:a16="http://schemas.microsoft.com/office/drawing/2014/main" id="{803112CD-B833-6FEF-45B1-052C46A02F42}"/>
              </a:ext>
            </a:extLst>
          </p:cNvPr>
          <p:cNvSpPr txBox="1">
            <a:spLocks noGrp="1"/>
          </p:cNvSpPr>
          <p:nvPr>
            <p:ph type="body" idx="1"/>
          </p:nvPr>
        </p:nvSpPr>
        <p:spPr>
          <a:xfrm>
            <a:off x="457200" y="1609725"/>
            <a:ext cx="8229600" cy="4525963"/>
          </a:xfrm>
        </p:spPr>
        <p:txBody>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 is a pre-test loop.</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 allows the programmer to initialize a control variable, test a condition, and modify the control variable all in one line of code.</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 takes the form:</a:t>
            </a:r>
          </a:p>
          <a:p>
            <a:pPr lvl="1" indent="125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initialization</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 </a:t>
            </a: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test</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 </a:t>
            </a: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update</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25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marL="742950" lvl="2" indent="506413" eaLnBrk="1" hangingPunct="1">
              <a:buSzTx/>
              <a:buFontTx/>
              <a:buNone/>
            </a:pP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statement(s)</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lvl="1" indent="12541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See example: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Squares.java</a:t>
            </a: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59C55D9-0E2A-1D34-9F0F-20744BAF2E38}"/>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for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Flowchart</a:t>
            </a:r>
          </a:p>
        </p:txBody>
      </p:sp>
      <p:grpSp>
        <p:nvGrpSpPr>
          <p:cNvPr id="37891" name="Group 16" descr="The logic of the for loop begins with the initialization expression to add the number 1 to the count. This number value is tested by the expression count less or equal to the number 5. If the Boolean expression is false, the loop terminates. If the Boolean expression is true, it will trigger a print 1 n statement followed by an action to add an increment to the expression count and begin the loop again. ">
            <a:extLst>
              <a:ext uri="{FF2B5EF4-FFF2-40B4-BE49-F238E27FC236}">
                <a16:creationId xmlns:a16="http://schemas.microsoft.com/office/drawing/2014/main" id="{054BC17B-8144-BEB7-BE94-9C6D17C60846}"/>
              </a:ext>
            </a:extLst>
          </p:cNvPr>
          <p:cNvGrpSpPr>
            <a:grpSpLocks/>
          </p:cNvGrpSpPr>
          <p:nvPr/>
        </p:nvGrpSpPr>
        <p:grpSpPr bwMode="auto">
          <a:xfrm>
            <a:off x="1295400" y="1752600"/>
            <a:ext cx="6553200" cy="4419600"/>
            <a:chOff x="1104" y="768"/>
            <a:chExt cx="4128" cy="2784"/>
          </a:xfrm>
        </p:grpSpPr>
        <p:sp>
          <p:nvSpPr>
            <p:cNvPr id="37892" name="Rectangle 5">
              <a:extLst>
                <a:ext uri="{FF2B5EF4-FFF2-40B4-BE49-F238E27FC236}">
                  <a16:creationId xmlns:a16="http://schemas.microsoft.com/office/drawing/2014/main" id="{155EC059-0BC0-8761-0F7F-75F8A657C9B4}"/>
                </a:ext>
              </a:extLst>
            </p:cNvPr>
            <p:cNvSpPr>
              <a:spLocks noChangeArrowheads="1"/>
            </p:cNvSpPr>
            <p:nvPr/>
          </p:nvSpPr>
          <p:spPr bwMode="auto">
            <a:xfrm rot="2701371">
              <a:off x="1152" y="1728"/>
              <a:ext cx="720" cy="720"/>
            </a:xfrm>
            <a:prstGeom prst="rect">
              <a:avLst/>
            </a:prstGeom>
            <a:solidFill>
              <a:srgbClr val="BBE0E3"/>
            </a:solidFill>
            <a:ln w="9525">
              <a:solidFill>
                <a:schemeClr val="tx1"/>
              </a:solidFill>
              <a:miter lim="800000"/>
              <a:headEnd/>
              <a:tailEnd/>
            </a:ln>
          </p:spPr>
          <p:txBody>
            <a:bodyPr rot="10800000" vert="eaVert"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endParaRPr lang="en-US" altLang="en-US" sz="1800"/>
            </a:p>
          </p:txBody>
        </p:sp>
        <p:sp>
          <p:nvSpPr>
            <p:cNvPr id="37893" name="Rectangle 6">
              <a:extLst>
                <a:ext uri="{FF2B5EF4-FFF2-40B4-BE49-F238E27FC236}">
                  <a16:creationId xmlns:a16="http://schemas.microsoft.com/office/drawing/2014/main" id="{A081A00E-C571-7425-419B-CD9D230C4304}"/>
                </a:ext>
              </a:extLst>
            </p:cNvPr>
            <p:cNvSpPr>
              <a:spLocks noChangeArrowheads="1"/>
            </p:cNvSpPr>
            <p:nvPr/>
          </p:nvSpPr>
          <p:spPr bwMode="auto">
            <a:xfrm>
              <a:off x="2544" y="1968"/>
              <a:ext cx="1200" cy="240"/>
            </a:xfrm>
            <a:prstGeom prst="rect">
              <a:avLst/>
            </a:prstGeom>
            <a:solidFill>
              <a:srgbClr val="BBE0E3"/>
            </a:solidFill>
            <a:ln w="9525">
              <a:solidFill>
                <a:schemeClr val="tx1"/>
              </a:solidFill>
              <a:miter lim="800000"/>
              <a:headEnd/>
              <a:tailEnd/>
            </a:ln>
          </p:spPr>
          <p:txBody>
            <a:bodyPr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statement(s)</a:t>
              </a:r>
            </a:p>
          </p:txBody>
        </p:sp>
        <p:sp>
          <p:nvSpPr>
            <p:cNvPr id="37894" name="Text Box 7">
              <a:extLst>
                <a:ext uri="{FF2B5EF4-FFF2-40B4-BE49-F238E27FC236}">
                  <a16:creationId xmlns:a16="http://schemas.microsoft.com/office/drawing/2014/main" id="{96A6E6DB-A901-A6C7-9200-8AABAC1B6890}"/>
                </a:ext>
              </a:extLst>
            </p:cNvPr>
            <p:cNvSpPr txBox="1">
              <a:spLocks noChangeArrowheads="1"/>
            </p:cNvSpPr>
            <p:nvPr/>
          </p:nvSpPr>
          <p:spPr bwMode="auto">
            <a:xfrm>
              <a:off x="2016" y="1824"/>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true</a:t>
              </a:r>
            </a:p>
          </p:txBody>
        </p:sp>
        <p:sp>
          <p:nvSpPr>
            <p:cNvPr id="37895" name="Line 8">
              <a:extLst>
                <a:ext uri="{FF2B5EF4-FFF2-40B4-BE49-F238E27FC236}">
                  <a16:creationId xmlns:a16="http://schemas.microsoft.com/office/drawing/2014/main" id="{D65BB9C6-BD0C-E193-C8CD-408F0F6851C9}"/>
                </a:ext>
              </a:extLst>
            </p:cNvPr>
            <p:cNvSpPr>
              <a:spLocks noChangeShapeType="1"/>
            </p:cNvSpPr>
            <p:nvPr/>
          </p:nvSpPr>
          <p:spPr bwMode="auto">
            <a:xfrm>
              <a:off x="1536" y="2640"/>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cxnSp>
          <p:nvCxnSpPr>
            <p:cNvPr id="37896" name="AutoShape 9">
              <a:extLst>
                <a:ext uri="{FF2B5EF4-FFF2-40B4-BE49-F238E27FC236}">
                  <a16:creationId xmlns:a16="http://schemas.microsoft.com/office/drawing/2014/main" id="{D45748A2-791A-FFDF-D11B-3E01FA3304CE}"/>
                </a:ext>
              </a:extLst>
            </p:cNvPr>
            <p:cNvCxnSpPr>
              <a:cxnSpLocks noChangeShapeType="1"/>
              <a:stCxn id="37901" idx="0"/>
            </p:cNvCxnSpPr>
            <p:nvPr/>
          </p:nvCxnSpPr>
          <p:spPr bwMode="auto">
            <a:xfrm rot="5400000" flipH="1">
              <a:off x="2628" y="-36"/>
              <a:ext cx="960" cy="3048"/>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7897" name="Line 10">
              <a:extLst>
                <a:ext uri="{FF2B5EF4-FFF2-40B4-BE49-F238E27FC236}">
                  <a16:creationId xmlns:a16="http://schemas.microsoft.com/office/drawing/2014/main" id="{881F494F-D869-E93A-EFF5-7138ACF06A7E}"/>
                </a:ext>
              </a:extLst>
            </p:cNvPr>
            <p:cNvSpPr>
              <a:spLocks noChangeShapeType="1"/>
            </p:cNvSpPr>
            <p:nvPr/>
          </p:nvSpPr>
          <p:spPr bwMode="auto">
            <a:xfrm>
              <a:off x="1536" y="768"/>
              <a:ext cx="0" cy="7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898" name="Text Box 11">
              <a:extLst>
                <a:ext uri="{FF2B5EF4-FFF2-40B4-BE49-F238E27FC236}">
                  <a16:creationId xmlns:a16="http://schemas.microsoft.com/office/drawing/2014/main" id="{9E4CCC13-23C0-D181-1E86-B0214574D599}"/>
                </a:ext>
              </a:extLst>
            </p:cNvPr>
            <p:cNvSpPr txBox="1">
              <a:spLocks noChangeArrowheads="1"/>
            </p:cNvSpPr>
            <p:nvPr/>
          </p:nvSpPr>
          <p:spPr bwMode="auto">
            <a:xfrm>
              <a:off x="1104" y="1884"/>
              <a:ext cx="7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latin typeface="Courier New" panose="02070309020205020404" pitchFamily="49" charset="0"/>
                </a:rPr>
                <a:t>boolean</a:t>
              </a:r>
            </a:p>
            <a:p>
              <a:pPr algn="ctr" eaLnBrk="1" hangingPunct="1"/>
              <a:r>
                <a:rPr lang="en-US" altLang="en-US" sz="1800"/>
                <a:t>expression?</a:t>
              </a:r>
            </a:p>
          </p:txBody>
        </p:sp>
        <p:sp>
          <p:nvSpPr>
            <p:cNvPr id="37899" name="Text Box 12">
              <a:extLst>
                <a:ext uri="{FF2B5EF4-FFF2-40B4-BE49-F238E27FC236}">
                  <a16:creationId xmlns:a16="http://schemas.microsoft.com/office/drawing/2014/main" id="{8958574B-8C86-66C6-FF33-F63B47B1B715}"/>
                </a:ext>
              </a:extLst>
            </p:cNvPr>
            <p:cNvSpPr txBox="1">
              <a:spLocks noChangeArrowheads="1"/>
            </p:cNvSpPr>
            <p:nvPr/>
          </p:nvSpPr>
          <p:spPr bwMode="auto">
            <a:xfrm>
              <a:off x="1584" y="2880"/>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false</a:t>
              </a:r>
            </a:p>
          </p:txBody>
        </p:sp>
        <p:sp>
          <p:nvSpPr>
            <p:cNvPr id="37900" name="Line 13">
              <a:extLst>
                <a:ext uri="{FF2B5EF4-FFF2-40B4-BE49-F238E27FC236}">
                  <a16:creationId xmlns:a16="http://schemas.microsoft.com/office/drawing/2014/main" id="{BC5EFA9C-8414-6929-0413-D5543DC23E19}"/>
                </a:ext>
              </a:extLst>
            </p:cNvPr>
            <p:cNvSpPr>
              <a:spLocks noChangeShapeType="1"/>
            </p:cNvSpPr>
            <p:nvPr/>
          </p:nvSpPr>
          <p:spPr bwMode="auto">
            <a:xfrm flipV="1">
              <a:off x="2064" y="2112"/>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901" name="Rectangle 14">
              <a:extLst>
                <a:ext uri="{FF2B5EF4-FFF2-40B4-BE49-F238E27FC236}">
                  <a16:creationId xmlns:a16="http://schemas.microsoft.com/office/drawing/2014/main" id="{7D856688-8FD2-4877-EBA2-B219D2559077}"/>
                </a:ext>
              </a:extLst>
            </p:cNvPr>
            <p:cNvSpPr>
              <a:spLocks noChangeArrowheads="1"/>
            </p:cNvSpPr>
            <p:nvPr/>
          </p:nvSpPr>
          <p:spPr bwMode="auto">
            <a:xfrm>
              <a:off x="4032" y="1968"/>
              <a:ext cx="1200" cy="240"/>
            </a:xfrm>
            <a:prstGeom prst="rect">
              <a:avLst/>
            </a:prstGeom>
            <a:solidFill>
              <a:srgbClr val="BBE0E3"/>
            </a:solidFill>
            <a:ln w="9525">
              <a:solidFill>
                <a:schemeClr val="tx1"/>
              </a:solidFill>
              <a:miter lim="800000"/>
              <a:headEnd/>
              <a:tailEnd/>
            </a:ln>
          </p:spPr>
          <p:txBody>
            <a:bodyPr wrap="none" anchor="ct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a:t>update</a:t>
              </a:r>
            </a:p>
          </p:txBody>
        </p:sp>
        <p:sp>
          <p:nvSpPr>
            <p:cNvPr id="37902" name="Line 15">
              <a:extLst>
                <a:ext uri="{FF2B5EF4-FFF2-40B4-BE49-F238E27FC236}">
                  <a16:creationId xmlns:a16="http://schemas.microsoft.com/office/drawing/2014/main" id="{440D5F62-8C4B-5015-F7A5-D160D38418E1}"/>
                </a:ext>
              </a:extLst>
            </p:cNvPr>
            <p:cNvSpPr>
              <a:spLocks noChangeShapeType="1"/>
            </p:cNvSpPr>
            <p:nvPr/>
          </p:nvSpPr>
          <p:spPr bwMode="auto">
            <a:xfrm>
              <a:off x="3792" y="2112"/>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9FBC9FD-281D-6294-8421-35A0A289D778}"/>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Sections of 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for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a:t>
            </a:r>
          </a:p>
        </p:txBody>
      </p:sp>
      <p:sp>
        <p:nvSpPr>
          <p:cNvPr id="38915" name="Rectangle 3">
            <a:extLst>
              <a:ext uri="{FF2B5EF4-FFF2-40B4-BE49-F238E27FC236}">
                <a16:creationId xmlns:a16="http://schemas.microsoft.com/office/drawing/2014/main" id="{DA48F2D8-6870-6B7B-ED07-C713AB767383}"/>
              </a:ext>
            </a:extLst>
          </p:cNvPr>
          <p:cNvSpPr txBox="1">
            <a:spLocks noGrp="1"/>
          </p:cNvSpPr>
          <p:nvPr>
            <p:ph type="body" idx="1"/>
          </p:nvPr>
        </p:nvSpPr>
        <p:spPr>
          <a:xfrm>
            <a:off x="457200" y="1627188"/>
            <a:ext cx="82296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initialization section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allows the loop to initialize its own control variable.</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test section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acts in the same manner as the condition section of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update section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is the last thing to execute at the end of each loop.</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UserSquares.java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1D7AC7D-4903-B465-68D3-2646C1C5511D}"/>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for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Loop Initialization</a:t>
            </a:r>
          </a:p>
        </p:txBody>
      </p:sp>
      <p:sp>
        <p:nvSpPr>
          <p:cNvPr id="40963" name="Rectangle 3">
            <a:extLst>
              <a:ext uri="{FF2B5EF4-FFF2-40B4-BE49-F238E27FC236}">
                <a16:creationId xmlns:a16="http://schemas.microsoft.com/office/drawing/2014/main" id="{2A9184F6-53DB-C88C-449F-BDC55F010FA3}"/>
              </a:ext>
            </a:extLst>
          </p:cNvPr>
          <p:cNvSpPr txBox="1">
            <a:spLocks noGrp="1"/>
          </p:cNvSpPr>
          <p:nvPr>
            <p:ph type="body" idx="1"/>
          </p:nvPr>
        </p:nvSpPr>
        <p:spPr>
          <a:xfrm>
            <a:off x="457200" y="1627188"/>
            <a:ext cx="82296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initialization section of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is optional; however, it is usually provided.</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Typically,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loops initialize a counter variable that will be tested by the test section of the loop and updated by the update section.</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initialization section can initialize multiple variables.</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Variables declared in this section have scope only for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076B975-E97C-7845-D4EE-7B30EB8A9963}"/>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Update Expression</a:t>
            </a:r>
          </a:p>
        </p:txBody>
      </p:sp>
      <p:sp>
        <p:nvSpPr>
          <p:cNvPr id="43011" name="Rectangle 3">
            <a:extLst>
              <a:ext uri="{FF2B5EF4-FFF2-40B4-BE49-F238E27FC236}">
                <a16:creationId xmlns:a16="http://schemas.microsoft.com/office/drawing/2014/main" id="{A2FEF223-1F9B-9F22-C1EC-859C9FDE9BE4}"/>
              </a:ext>
            </a:extLst>
          </p:cNvPr>
          <p:cNvSpPr txBox="1">
            <a:spLocks noGrp="1"/>
          </p:cNvSpPr>
          <p:nvPr>
            <p:ph type="body" idx="1"/>
          </p:nvPr>
        </p:nvSpPr>
        <p:spPr>
          <a:xfrm>
            <a:off x="457200"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update expression is usually used to increment or decrement the counter variable(s) declared in the initialization section of the for loop.</a:t>
            </a:r>
          </a:p>
          <a:p>
            <a:pPr marL="488950" indent="-387350" eaLnBrk="1" hangingPunct="1">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update section of the loop executes last in the loop.</a:t>
            </a:r>
          </a:p>
          <a:p>
            <a:pPr marL="488950" indent="-387350" eaLnBrk="1" hangingPunct="1">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update section may update multiple variables.</a:t>
            </a:r>
          </a:p>
          <a:p>
            <a:pPr marL="488950" indent="-387350" eaLnBrk="1" hangingPunct="1">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Each variable updated is executed as if it were on a line by itself.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1C56CAE-134D-0BDA-6F07-8FC215389AC3}"/>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Modifying The Control Variable</a:t>
            </a:r>
          </a:p>
        </p:txBody>
      </p:sp>
      <p:sp>
        <p:nvSpPr>
          <p:cNvPr id="45059" name="Rectangle 3">
            <a:extLst>
              <a:ext uri="{FF2B5EF4-FFF2-40B4-BE49-F238E27FC236}">
                <a16:creationId xmlns:a16="http://schemas.microsoft.com/office/drawing/2014/main" id="{F6ECE6E9-5C69-6BAE-F7D6-2C81E4ABA43B}"/>
              </a:ext>
            </a:extLst>
          </p:cNvPr>
          <p:cNvSpPr txBox="1">
            <a:spLocks noGrp="1"/>
          </p:cNvSpPr>
          <p:nvPr>
            <p:ph type="body" idx="1"/>
          </p:nvPr>
        </p:nvSpPr>
        <p:spPr>
          <a:xfrm>
            <a:off x="457200"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You should avoid updating the control variable of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within the body of the loop.</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update section should be used to update the control variable.</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Updating the control variable in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 body leads to hard to maintain code and difficult debugging.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C1A1D92-DC71-5131-9298-016365383F17}"/>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Multiple Initializations and Updates</a:t>
            </a:r>
          </a:p>
        </p:txBody>
      </p:sp>
      <p:sp>
        <p:nvSpPr>
          <p:cNvPr id="40964" name="Rectangle 3">
            <a:extLst>
              <a:ext uri="{FF2B5EF4-FFF2-40B4-BE49-F238E27FC236}">
                <a16:creationId xmlns:a16="http://schemas.microsoft.com/office/drawing/2014/main" id="{CB38198A-1B92-47D4-80D5-3A638BAB5197}"/>
              </a:ext>
            </a:extLst>
          </p:cNvPr>
          <p:cNvSpPr>
            <a:spLocks noGrp="1" noChangeArrowheads="1"/>
          </p:cNvSpPr>
          <p:nvPr>
            <p:ph type="body" idx="1"/>
          </p:nvPr>
        </p:nvSpPr>
        <p:spPr>
          <a:xfrm>
            <a:off x="466725" y="1627188"/>
            <a:ext cx="8220075" cy="4525962"/>
          </a:xfrm>
        </p:spPr>
        <p:txBody>
          <a:bodyPr/>
          <a:lstStyle/>
          <a:p>
            <a:pPr marL="488950" indent="-387350" eaLnBrk="1" hangingPunct="1">
              <a:lnSpc>
                <a:spcPct val="90000"/>
              </a:lnSpc>
              <a:defRPr/>
            </a:pPr>
            <a:r>
              <a:rPr lang="en-US" altLang="en-US" sz="2000" dirty="0"/>
              <a:t>The </a:t>
            </a:r>
            <a:r>
              <a:rPr lang="en-US" altLang="en-US" sz="2000" dirty="0">
                <a:latin typeface="Courier New" panose="02070309020205020404" pitchFamily="49" charset="0"/>
              </a:rPr>
              <a:t>for</a:t>
            </a:r>
            <a:r>
              <a:rPr lang="en-US" altLang="en-US" sz="2000" dirty="0"/>
              <a:t> loop may initialize and update multiple variables.</a:t>
            </a:r>
          </a:p>
          <a:p>
            <a:pPr marL="1330325" lvl="1" indent="-461963" eaLnBrk="1" hangingPunct="1">
              <a:lnSpc>
                <a:spcPct val="90000"/>
              </a:lnSpc>
              <a:buFontTx/>
              <a:buNone/>
              <a:defRPr/>
            </a:pPr>
            <a:r>
              <a:rPr lang="en-US" altLang="en-US" sz="1800" b="1" dirty="0">
                <a:latin typeface="Courier New" panose="02070309020205020404" pitchFamily="49" charset="0"/>
              </a:rPr>
              <a:t>for(</a:t>
            </a:r>
            <a:r>
              <a:rPr lang="en-US" altLang="en-US" sz="1800" b="1" dirty="0" err="1">
                <a:latin typeface="Courier New" panose="02070309020205020404" pitchFamily="49" charset="0"/>
              </a:rPr>
              <a:t>int</a:t>
            </a:r>
            <a:r>
              <a:rPr lang="en-US" altLang="en-US" sz="1800" b="1" dirty="0">
                <a:latin typeface="Courier New" panose="02070309020205020404" pitchFamily="49" charset="0"/>
              </a:rPr>
              <a:t> </a:t>
            </a:r>
            <a:r>
              <a:rPr lang="en-US" altLang="en-US" sz="1800" b="1" dirty="0" err="1">
                <a:latin typeface="Courier New" panose="02070309020205020404" pitchFamily="49" charset="0"/>
              </a:rPr>
              <a:t>i</a:t>
            </a:r>
            <a:r>
              <a:rPr lang="en-US" altLang="en-US" sz="1800" b="1" dirty="0">
                <a:latin typeface="Courier New" panose="02070309020205020404" pitchFamily="49" charset="0"/>
              </a:rPr>
              <a:t> = 5, </a:t>
            </a:r>
            <a:r>
              <a:rPr lang="en-US" altLang="en-US" sz="1800" b="1" dirty="0" err="1">
                <a:latin typeface="Courier New" panose="02070309020205020404" pitchFamily="49" charset="0"/>
              </a:rPr>
              <a:t>int</a:t>
            </a:r>
            <a:r>
              <a:rPr lang="en-US" altLang="en-US" sz="1800" b="1" dirty="0">
                <a:latin typeface="Courier New" panose="02070309020205020404" pitchFamily="49" charset="0"/>
              </a:rPr>
              <a:t> j = 0; </a:t>
            </a:r>
            <a:r>
              <a:rPr lang="en-US" altLang="en-US" sz="1800" b="1" dirty="0" err="1">
                <a:latin typeface="Courier New" panose="02070309020205020404" pitchFamily="49" charset="0"/>
              </a:rPr>
              <a:t>i</a:t>
            </a:r>
            <a:r>
              <a:rPr lang="en-US" altLang="en-US" sz="1800" b="1" dirty="0">
                <a:latin typeface="Courier New" panose="02070309020205020404" pitchFamily="49" charset="0"/>
              </a:rPr>
              <a:t> &lt; 10 || j &lt; 20; </a:t>
            </a:r>
            <a:r>
              <a:rPr lang="en-US" altLang="en-US" sz="1800" b="1" dirty="0" err="1">
                <a:latin typeface="Courier New" panose="02070309020205020404" pitchFamily="49" charset="0"/>
              </a:rPr>
              <a:t>i</a:t>
            </a:r>
            <a:r>
              <a:rPr lang="en-US" altLang="en-US" sz="1800" b="1" dirty="0">
                <a:latin typeface="Courier New" panose="02070309020205020404" pitchFamily="49" charset="0"/>
              </a:rPr>
              <a:t>++, j+=2)</a:t>
            </a:r>
          </a:p>
          <a:p>
            <a:pPr lvl="1" indent="125413" eaLnBrk="1" hangingPunct="1">
              <a:lnSpc>
                <a:spcPct val="90000"/>
              </a:lnSpc>
              <a:buFontTx/>
              <a:buNone/>
              <a:defRPr/>
            </a:pPr>
            <a:r>
              <a:rPr lang="en-US" altLang="en-US" sz="1800" b="1" dirty="0">
                <a:latin typeface="Courier New" panose="02070309020205020404" pitchFamily="49" charset="0"/>
              </a:rPr>
              <a:t>{</a:t>
            </a:r>
          </a:p>
          <a:p>
            <a:pPr lvl="1" indent="125413" eaLnBrk="1" hangingPunct="1">
              <a:lnSpc>
                <a:spcPct val="90000"/>
              </a:lnSpc>
              <a:buFontTx/>
              <a:buNone/>
              <a:defRPr/>
            </a:pPr>
            <a:r>
              <a:rPr lang="en-US" altLang="en-US" sz="1800" b="1" dirty="0">
                <a:latin typeface="Courier New" panose="02070309020205020404" pitchFamily="49" charset="0"/>
              </a:rPr>
              <a:t>   </a:t>
            </a:r>
            <a:r>
              <a:rPr lang="en-US" altLang="en-US" sz="1800" b="1" i="1" dirty="0">
                <a:latin typeface="Courier New" panose="02070309020205020404" pitchFamily="49" charset="0"/>
              </a:rPr>
              <a:t>statement(s)</a:t>
            </a:r>
            <a:r>
              <a:rPr lang="en-US" altLang="en-US" sz="1800" b="1" dirty="0">
                <a:latin typeface="Courier New" panose="02070309020205020404" pitchFamily="49" charset="0"/>
              </a:rPr>
              <a:t>;</a:t>
            </a:r>
          </a:p>
          <a:p>
            <a:pPr lvl="1" indent="125413" eaLnBrk="1" hangingPunct="1">
              <a:lnSpc>
                <a:spcPct val="90000"/>
              </a:lnSpc>
              <a:buFontTx/>
              <a:buNone/>
              <a:defRPr/>
            </a:pPr>
            <a:r>
              <a:rPr lang="en-US" altLang="en-US" sz="1800" b="1" dirty="0">
                <a:latin typeface="Courier New" panose="02070309020205020404" pitchFamily="49" charset="0"/>
              </a:rPr>
              <a:t>}</a:t>
            </a:r>
          </a:p>
          <a:p>
            <a:pPr marL="488950" indent="-387350" eaLnBrk="1" hangingPunct="1">
              <a:lnSpc>
                <a:spcPct val="90000"/>
              </a:lnSpc>
              <a:defRPr/>
            </a:pPr>
            <a:r>
              <a:rPr lang="en-US" altLang="en-US" sz="2000" dirty="0"/>
              <a:t>Note that the only parts of a </a:t>
            </a:r>
            <a:r>
              <a:rPr lang="en-US" altLang="en-US" sz="2000" dirty="0">
                <a:latin typeface="Courier New" panose="02070309020205020404" pitchFamily="49" charset="0"/>
              </a:rPr>
              <a:t>for</a:t>
            </a:r>
            <a:r>
              <a:rPr lang="en-US" altLang="en-US" sz="2000" dirty="0"/>
              <a:t> loop that are mandatory are the semicolons.</a:t>
            </a:r>
          </a:p>
          <a:p>
            <a:pPr lvl="1" indent="125413" eaLnBrk="1" hangingPunct="1">
              <a:lnSpc>
                <a:spcPct val="90000"/>
              </a:lnSpc>
              <a:buFontTx/>
              <a:buNone/>
              <a:defRPr/>
            </a:pPr>
            <a:r>
              <a:rPr lang="en-US" altLang="en-US" sz="1800" b="1" dirty="0">
                <a:latin typeface="Courier New" panose="02070309020205020404" pitchFamily="49" charset="0"/>
              </a:rPr>
              <a:t>for(;;)</a:t>
            </a:r>
          </a:p>
          <a:p>
            <a:pPr lvl="1" indent="125413" eaLnBrk="1" hangingPunct="1">
              <a:lnSpc>
                <a:spcPct val="90000"/>
              </a:lnSpc>
              <a:buFontTx/>
              <a:buNone/>
              <a:defRPr/>
            </a:pPr>
            <a:r>
              <a:rPr lang="en-US" altLang="en-US" sz="1800" b="1" dirty="0">
                <a:latin typeface="Courier New" panose="02070309020205020404" pitchFamily="49" charset="0"/>
              </a:rPr>
              <a:t>{</a:t>
            </a:r>
          </a:p>
          <a:p>
            <a:pPr lvl="1" indent="125413" eaLnBrk="1" hangingPunct="1">
              <a:lnSpc>
                <a:spcPct val="90000"/>
              </a:lnSpc>
              <a:buFontTx/>
              <a:buNone/>
              <a:defRPr/>
            </a:pPr>
            <a:r>
              <a:rPr lang="en-US" altLang="en-US" sz="1800" b="1" dirty="0">
                <a:latin typeface="Courier New" panose="02070309020205020404" pitchFamily="49" charset="0"/>
              </a:rPr>
              <a:t>   </a:t>
            </a:r>
            <a:r>
              <a:rPr lang="en-US" altLang="en-US" sz="1800" b="1" i="1" dirty="0">
                <a:latin typeface="Courier New" panose="02070309020205020404" pitchFamily="49" charset="0"/>
              </a:rPr>
              <a:t>statement(s)</a:t>
            </a:r>
            <a:r>
              <a:rPr lang="en-US" altLang="en-US" sz="1800" b="1" dirty="0">
                <a:latin typeface="Courier New" panose="02070309020205020404" pitchFamily="49" charset="0"/>
              </a:rPr>
              <a:t>;</a:t>
            </a:r>
          </a:p>
          <a:p>
            <a:pPr lvl="1" indent="125413" eaLnBrk="1" hangingPunct="1">
              <a:lnSpc>
                <a:spcPct val="90000"/>
              </a:lnSpc>
              <a:buFontTx/>
              <a:buNone/>
              <a:defRPr/>
            </a:pPr>
            <a:r>
              <a:rPr lang="en-US" altLang="en-US" sz="1800" b="1" dirty="0">
                <a:latin typeface="Courier New" panose="02070309020205020404" pitchFamily="49" charset="0"/>
              </a:rPr>
              <a:t>} // infinite loop</a:t>
            </a:r>
          </a:p>
          <a:p>
            <a:pPr marL="488950" indent="-387350" eaLnBrk="1" hangingPunct="1">
              <a:lnSpc>
                <a:spcPct val="90000"/>
              </a:lnSpc>
              <a:defRPr/>
            </a:pPr>
            <a:r>
              <a:rPr lang="en-US" altLang="en-US" sz="2000" dirty="0"/>
              <a:t>If left out, the test section defaults to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048342B-8BC9-0A7F-01D1-18DB813C8E20}"/>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Running Totals</a:t>
            </a:r>
          </a:p>
        </p:txBody>
      </p:sp>
      <p:sp>
        <p:nvSpPr>
          <p:cNvPr id="49155" name="Rectangle 3">
            <a:extLst>
              <a:ext uri="{FF2B5EF4-FFF2-40B4-BE49-F238E27FC236}">
                <a16:creationId xmlns:a16="http://schemas.microsoft.com/office/drawing/2014/main" id="{09B3EFF1-8529-F028-B81C-A1D7DE010433}"/>
              </a:ext>
            </a:extLst>
          </p:cNvPr>
          <p:cNvSpPr txBox="1">
            <a:spLocks noGrp="1"/>
          </p:cNvSpPr>
          <p:nvPr>
            <p:ph type="body" idx="1"/>
          </p:nvPr>
        </p:nvSpPr>
        <p:spPr>
          <a:xfrm>
            <a:off x="457200"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Loops allow the program to keep running totals while evaluating data.</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Imagine needing to keep a running total of user input.</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TotalSales.java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B5F9F67C-E166-2F8A-29EE-908F1EAF53E2}"/>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Logic for Calculating a Running Total</a:t>
            </a:r>
          </a:p>
        </p:txBody>
      </p:sp>
      <p:pic>
        <p:nvPicPr>
          <p:cNvPr id="51203" name="Picture 2" descr="The logic sequence begins with the first step to set the accumulator variable to 0. Every time the loop reads a number, it adds it to the accumulator. The first prompt asks, is there another number to read? If the answer is no, the action is false, and the cycle will terminate. If the answer is yes, the action is true and will proceed to read the next number. The number will be added to the accumulator, and the loop cycle will begin again." title="The general logic of a loop calculates a running total with an accumulator. ">
            <a:extLst>
              <a:ext uri="{FF2B5EF4-FFF2-40B4-BE49-F238E27FC236}">
                <a16:creationId xmlns:a16="http://schemas.microsoft.com/office/drawing/2014/main" id="{230E55AF-3992-4137-9BC6-9D915EBEE738}"/>
              </a:ext>
            </a:extLst>
          </p:cNvPr>
          <p:cNvPicPr>
            <a:picLocks noChangeAspect="1" noChangeArrowheads="1"/>
          </p:cNvPicPr>
          <p:nvPr/>
        </p:nvPicPr>
        <p:blipFill>
          <a:blip r:embed="rId3"/>
          <a:srcRect/>
          <a:stretch>
            <a:fillRect/>
          </a:stretch>
        </p:blipFill>
        <p:spPr bwMode="auto">
          <a:xfrm>
            <a:off x="914400" y="1344613"/>
            <a:ext cx="7315200" cy="4987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C052E3B-44A2-F6F6-EE5E-D1CE14A00238}"/>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Sentinel Values</a:t>
            </a:r>
          </a:p>
        </p:txBody>
      </p:sp>
      <p:sp>
        <p:nvSpPr>
          <p:cNvPr id="53251" name="Rectangle 3">
            <a:extLst>
              <a:ext uri="{FF2B5EF4-FFF2-40B4-BE49-F238E27FC236}">
                <a16:creationId xmlns:a16="http://schemas.microsoft.com/office/drawing/2014/main" id="{1D05A6B1-EC1F-FC17-67F3-F25BD0E7643D}"/>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Sometimes the end point of input data is not known.</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sentinel value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can be used to notify the program to stop acquiring input.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If it is a user input, the user could be prompted to input data that is not normally in the input data range (i.e. –1 where normal input would be positive.)</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Programs that get file input typically use the end-of-file marker to stop acquiring input data.</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SoccerPoints.java</a:t>
            </a: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D8A4FD3-8BDB-8A98-A7BC-4AC7104F4E78}"/>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Nested Loops</a:t>
            </a:r>
          </a:p>
        </p:txBody>
      </p:sp>
      <p:sp>
        <p:nvSpPr>
          <p:cNvPr id="55299" name="Rectangle 3">
            <a:extLst>
              <a:ext uri="{FF2B5EF4-FFF2-40B4-BE49-F238E27FC236}">
                <a16:creationId xmlns:a16="http://schemas.microsoft.com/office/drawing/2014/main" id="{A83B9B2A-5B03-5525-6480-1E5119D2B8A1}"/>
              </a:ext>
            </a:extLst>
          </p:cNvPr>
          <p:cNvSpPr txBox="1">
            <a:spLocks noGrp="1"/>
          </p:cNvSpPr>
          <p:nvPr>
            <p:ph type="body" idx="1"/>
          </p:nvPr>
        </p:nvSpPr>
        <p:spPr>
          <a:xfrm>
            <a:off x="466725" y="1617663"/>
            <a:ext cx="8229600" cy="4525962"/>
          </a:xfrm>
        </p:spPr>
        <p:txBody>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Like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if</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statements, loops can be nested.</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If a loop is nested, the inner loop will execute all of its iterations for each time the outer loop executes once.</a:t>
            </a:r>
          </a:p>
          <a:p>
            <a:pPr lvl="1" indent="117475"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for(int i = 0; i &lt; 10; i++)</a:t>
            </a:r>
          </a:p>
          <a:p>
            <a:pPr marL="742950" lvl="2" indent="642938"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for(int j = 0; j &lt; 10; j++)</a:t>
            </a:r>
          </a:p>
          <a:p>
            <a:pPr marL="742950" lvl="3" indent="1158875"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loop statements;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loop statements in this example will execute 100 times.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Clock.java</a:t>
            </a: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D73EDC3-9002-000B-8D38-EE36B55E79DF}"/>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break</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Statement</a:t>
            </a:r>
          </a:p>
        </p:txBody>
      </p:sp>
      <p:sp>
        <p:nvSpPr>
          <p:cNvPr id="57347" name="Rectangle 3">
            <a:extLst>
              <a:ext uri="{FF2B5EF4-FFF2-40B4-BE49-F238E27FC236}">
                <a16:creationId xmlns:a16="http://schemas.microsoft.com/office/drawing/2014/main" id="{133D5E74-66C0-ECB2-FC4A-868E718FAD1F}"/>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break</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can be used to abnormally terminate a loop.</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use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break</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in loops bypasses the normal mechanisms and makes the code hard to read and maintain.</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It is considered bad form to use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break</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in this manner.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086FFAC-C84C-E2CA-1FCA-78F899C9505D}"/>
              </a:ext>
            </a:extLst>
          </p:cNvPr>
          <p:cNvSpPr txBox="1">
            <a:spLocks noGrp="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continue</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Statement</a:t>
            </a:r>
          </a:p>
        </p:txBody>
      </p:sp>
      <p:sp>
        <p:nvSpPr>
          <p:cNvPr id="59395" name="Rectangle 3">
            <a:extLst>
              <a:ext uri="{FF2B5EF4-FFF2-40B4-BE49-F238E27FC236}">
                <a16:creationId xmlns:a16="http://schemas.microsoft.com/office/drawing/2014/main" id="{500110F4-6DF6-6799-DA2B-E5AF2BE30E30}"/>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continue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will cause the currently executing iteration of a loop to terminate and the next iteration will begin.</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continue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will cause the evaluation of the condition in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loops.</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Like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break</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continue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statement should be avoided because it makes the code hard to read and debug.</a:t>
            </a:r>
          </a:p>
          <a:p>
            <a:pPr marL="488950" indent="-387350" eaLnBrk="1" hangingPunct="1">
              <a:buSzTx/>
              <a:buFontTx/>
              <a:buChar char="•"/>
            </a:pP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F1F7795-9233-4441-65BC-D36E7B9AD13D}"/>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Deciding Which Loops to Use</a:t>
            </a:r>
          </a:p>
        </p:txBody>
      </p:sp>
      <p:sp>
        <p:nvSpPr>
          <p:cNvPr id="61443" name="Rectangle 3">
            <a:extLst>
              <a:ext uri="{FF2B5EF4-FFF2-40B4-BE49-F238E27FC236}">
                <a16:creationId xmlns:a16="http://schemas.microsoft.com/office/drawing/2014/main" id="{A4B602C8-AB43-93F7-B9D6-22F7C3502ED5}"/>
              </a:ext>
            </a:extLst>
          </p:cNvPr>
          <p:cNvSpPr txBox="1">
            <a:spLocks noGrp="1"/>
          </p:cNvSpPr>
          <p:nvPr>
            <p:ph type="body" idx="1"/>
          </p:nvPr>
        </p:nvSpPr>
        <p:spPr>
          <a:xfrm>
            <a:off x="466725" y="1646238"/>
            <a:ext cx="8229600" cy="4525962"/>
          </a:xfrm>
        </p:spPr>
        <p:txBody>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Pretest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Use it where you do not want the statements to execute if the condition is false in the beginning.</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do</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while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Post-test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Use it where you want the statements to execute at least one time.</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for</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Pretest loop</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Use it where there is some type of counting variable that can be evaluated.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5E52E29-C254-8A74-E50F-BECD976F613E}"/>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File Input and Output</a:t>
            </a:r>
          </a:p>
        </p:txBody>
      </p:sp>
      <p:sp>
        <p:nvSpPr>
          <p:cNvPr id="63491" name="Rectangle 3">
            <a:extLst>
              <a:ext uri="{FF2B5EF4-FFF2-40B4-BE49-F238E27FC236}">
                <a16:creationId xmlns:a16="http://schemas.microsoft.com/office/drawing/2014/main" id="{8585316B-5B93-0A45-19FB-19FBE3A79B62}"/>
              </a:ext>
            </a:extLst>
          </p:cNvPr>
          <p:cNvSpPr txBox="1">
            <a:spLocks noGrp="1"/>
          </p:cNvSpPr>
          <p:nvPr>
            <p:ph type="body" idx="1"/>
          </p:nvPr>
        </p:nvSpPr>
        <p:spPr>
          <a:xfrm>
            <a:off x="466725" y="1627188"/>
            <a:ext cx="8229600" cy="4525962"/>
          </a:xfrm>
        </p:spPr>
        <p:txBody>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Reentering data all the time could get tedious for the user.</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data can be saved to a file.</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Files can be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input files</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or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output files</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Files:</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Files have to be opened.</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Data is then written to the file.</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The file must be closed prior to program termination.</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In general, there are two types of files:</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binary</a:t>
            </a:r>
          </a:p>
          <a:p>
            <a:pPr marL="868363" lvl="1" indent="-37941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text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866C938-FE68-3078-BC56-08FAF1163B41}"/>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Writing Text To a File</a:t>
            </a:r>
          </a:p>
        </p:txBody>
      </p:sp>
      <p:sp>
        <p:nvSpPr>
          <p:cNvPr id="65539" name="Rectangle 3">
            <a:extLst>
              <a:ext uri="{FF2B5EF4-FFF2-40B4-BE49-F238E27FC236}">
                <a16:creationId xmlns:a16="http://schemas.microsoft.com/office/drawing/2014/main" id="{7C6E0AE5-0272-2C03-60CC-B2B65FF58B98}"/>
              </a:ext>
            </a:extLst>
          </p:cNvPr>
          <p:cNvSpPr txBox="1">
            <a:spLocks noGrp="1"/>
          </p:cNvSpPr>
          <p:nvPr>
            <p:ph type="body" idx="1"/>
          </p:nvPr>
        </p:nvSpPr>
        <p:spPr>
          <a:xfrm>
            <a:off x="466725" y="1582738"/>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To open a file for text output you create an instance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PrintWriter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a:t>
            </a:r>
          </a:p>
        </p:txBody>
      </p:sp>
      <p:grpSp>
        <p:nvGrpSpPr>
          <p:cNvPr id="65540" name="Group 2">
            <a:extLst>
              <a:ext uri="{FF2B5EF4-FFF2-40B4-BE49-F238E27FC236}">
                <a16:creationId xmlns:a16="http://schemas.microsoft.com/office/drawing/2014/main" id="{172B4C9D-0B51-9E0C-A504-EFD841F29AC5}"/>
              </a:ext>
            </a:extLst>
          </p:cNvPr>
          <p:cNvGrpSpPr>
            <a:grpSpLocks/>
          </p:cNvGrpSpPr>
          <p:nvPr/>
        </p:nvGrpSpPr>
        <p:grpSpPr bwMode="auto">
          <a:xfrm>
            <a:off x="190500" y="2819400"/>
            <a:ext cx="8763000" cy="2692400"/>
            <a:chOff x="190500" y="2819400"/>
            <a:chExt cx="8763000" cy="2692400"/>
          </a:xfrm>
        </p:grpSpPr>
        <p:sp>
          <p:nvSpPr>
            <p:cNvPr id="65541" name="Text Box 4">
              <a:extLst>
                <a:ext uri="{FF2B5EF4-FFF2-40B4-BE49-F238E27FC236}">
                  <a16:creationId xmlns:a16="http://schemas.microsoft.com/office/drawing/2014/main" id="{1731D46A-665F-0257-364C-7E9E1C79FFA5}"/>
                </a:ext>
              </a:extLst>
            </p:cNvPr>
            <p:cNvSpPr txBox="1">
              <a:spLocks noChangeArrowheads="1"/>
            </p:cNvSpPr>
            <p:nvPr/>
          </p:nvSpPr>
          <p:spPr bwMode="auto">
            <a:xfrm>
              <a:off x="190500" y="2819400"/>
              <a:ext cx="876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sz="1800">
                  <a:latin typeface="Courier New" panose="02070309020205020404" pitchFamily="49" charset="0"/>
                </a:rPr>
                <a:t>PrintWriter outputFile = new PrintWriter("StudentData.txt");</a:t>
              </a:r>
            </a:p>
          </p:txBody>
        </p:sp>
        <p:sp>
          <p:nvSpPr>
            <p:cNvPr id="65542" name="Text Box 5">
              <a:extLst>
                <a:ext uri="{FF2B5EF4-FFF2-40B4-BE49-F238E27FC236}">
                  <a16:creationId xmlns:a16="http://schemas.microsoft.com/office/drawing/2014/main" id="{C975F824-42D4-A074-3969-120139B04EEE}"/>
                </a:ext>
              </a:extLst>
            </p:cNvPr>
            <p:cNvSpPr txBox="1">
              <a:spLocks noChangeArrowheads="1"/>
            </p:cNvSpPr>
            <p:nvPr/>
          </p:nvSpPr>
          <p:spPr bwMode="auto">
            <a:xfrm>
              <a:off x="876300" y="4191000"/>
              <a:ext cx="3962400" cy="10160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Pass the name of the file that you wish to open as an argument to the </a:t>
              </a:r>
              <a:r>
                <a:rPr lang="en-US" altLang="en-US" b="1">
                  <a:solidFill>
                    <a:srgbClr val="FF3300"/>
                  </a:solidFill>
                  <a:latin typeface="Courier New" panose="02070309020205020404" pitchFamily="49" charset="0"/>
                </a:rPr>
                <a:t>PrintWriter</a:t>
              </a:r>
              <a:r>
                <a:rPr lang="en-US" altLang="en-US" b="1">
                  <a:solidFill>
                    <a:srgbClr val="FF3300"/>
                  </a:solidFill>
                </a:rPr>
                <a:t> constructor.</a:t>
              </a:r>
              <a:endParaRPr lang="en-US" altLang="en-US" b="1">
                <a:solidFill>
                  <a:srgbClr val="FFFF00"/>
                </a:solidFill>
              </a:endParaRPr>
            </a:p>
          </p:txBody>
        </p:sp>
        <p:grpSp>
          <p:nvGrpSpPr>
            <p:cNvPr id="65543" name="Group 10">
              <a:extLst>
                <a:ext uri="{FF2B5EF4-FFF2-40B4-BE49-F238E27FC236}">
                  <a16:creationId xmlns:a16="http://schemas.microsoft.com/office/drawing/2014/main" id="{F860DCC5-5D4B-0A8F-5A97-0702CA951521}"/>
                </a:ext>
              </a:extLst>
            </p:cNvPr>
            <p:cNvGrpSpPr>
              <a:grpSpLocks/>
            </p:cNvGrpSpPr>
            <p:nvPr/>
          </p:nvGrpSpPr>
          <p:grpSpPr bwMode="auto">
            <a:xfrm>
              <a:off x="2857500" y="3200400"/>
              <a:ext cx="4343400" cy="990600"/>
              <a:chOff x="2352" y="2016"/>
              <a:chExt cx="2160" cy="624"/>
            </a:xfrm>
          </p:grpSpPr>
          <p:sp>
            <p:nvSpPr>
              <p:cNvPr id="65545" name="Line 6">
                <a:extLst>
                  <a:ext uri="{FF2B5EF4-FFF2-40B4-BE49-F238E27FC236}">
                    <a16:creationId xmlns:a16="http://schemas.microsoft.com/office/drawing/2014/main" id="{55E3774F-09BF-7274-AD56-03892C97E6FC}"/>
                  </a:ext>
                </a:extLst>
              </p:cNvPr>
              <p:cNvSpPr>
                <a:spLocks noChangeShapeType="1"/>
              </p:cNvSpPr>
              <p:nvPr/>
            </p:nvSpPr>
            <p:spPr bwMode="auto">
              <a:xfrm flipV="1">
                <a:off x="2352" y="2400"/>
                <a:ext cx="0" cy="24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5546" name="Line 7">
                <a:extLst>
                  <a:ext uri="{FF2B5EF4-FFF2-40B4-BE49-F238E27FC236}">
                    <a16:creationId xmlns:a16="http://schemas.microsoft.com/office/drawing/2014/main" id="{F93EB07D-D436-6D09-0A0D-FAB45B469ED7}"/>
                  </a:ext>
                </a:extLst>
              </p:cNvPr>
              <p:cNvSpPr>
                <a:spLocks noChangeShapeType="1"/>
              </p:cNvSpPr>
              <p:nvPr/>
            </p:nvSpPr>
            <p:spPr bwMode="auto">
              <a:xfrm>
                <a:off x="2352" y="2400"/>
                <a:ext cx="216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5547" name="Line 8">
                <a:extLst>
                  <a:ext uri="{FF2B5EF4-FFF2-40B4-BE49-F238E27FC236}">
                    <a16:creationId xmlns:a16="http://schemas.microsoft.com/office/drawing/2014/main" id="{88EAC2AA-DADA-DE16-CF3D-31F6E7FCE1FC}"/>
                  </a:ext>
                </a:extLst>
              </p:cNvPr>
              <p:cNvSpPr>
                <a:spLocks noChangeShapeType="1"/>
              </p:cNvSpPr>
              <p:nvPr/>
            </p:nvSpPr>
            <p:spPr bwMode="auto">
              <a:xfrm flipV="1">
                <a:off x="4512" y="2016"/>
                <a:ext cx="0" cy="384"/>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wrap="none"/>
              <a:lstStyle/>
              <a:p>
                <a:endParaRPr lang="en-US"/>
              </a:p>
            </p:txBody>
          </p:sp>
        </p:grpSp>
        <p:sp>
          <p:nvSpPr>
            <p:cNvPr id="65544" name="Text Box 11">
              <a:extLst>
                <a:ext uri="{FF2B5EF4-FFF2-40B4-BE49-F238E27FC236}">
                  <a16:creationId xmlns:a16="http://schemas.microsoft.com/office/drawing/2014/main" id="{E2A4AA16-4415-EF93-48FA-8EFE926DCF3E}"/>
                </a:ext>
              </a:extLst>
            </p:cNvPr>
            <p:cNvSpPr txBox="1">
              <a:spLocks noChangeArrowheads="1"/>
            </p:cNvSpPr>
            <p:nvPr/>
          </p:nvSpPr>
          <p:spPr bwMode="auto">
            <a:xfrm>
              <a:off x="5753100" y="4191000"/>
              <a:ext cx="2895600" cy="13208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Warning: if the file already exists, it will be erased and replaced with a new file.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3F23451-993B-4929-2D40-D8FD07935B52}"/>
              </a:ext>
            </a:extLst>
          </p:cNvPr>
          <p:cNvSpPr txBox="1">
            <a:spLocks noGrp="1"/>
          </p:cNvSpPr>
          <p:nvPr>
            <p:ph type="title"/>
          </p:nvPr>
        </p:nvSpPr>
        <p:spPr>
          <a:xfrm>
            <a:off x="457200" y="233363"/>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sz="3200">
                <a:latin typeface="Courier New" panose="02070309020205020404" pitchFamily="49" charset="0"/>
                <a:cs typeface="Times New Roman" panose="02020603050405020304" pitchFamily="18" charset="0"/>
                <a:sym typeface="Times New Roman" panose="02020603050405020304" pitchFamily="18" charset="0"/>
              </a:rPr>
              <a:t>PrintWriter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 (1 of 3)</a:t>
            </a:r>
          </a:p>
        </p:txBody>
      </p:sp>
      <p:sp>
        <p:nvSpPr>
          <p:cNvPr id="67587" name="Rectangle 3">
            <a:extLst>
              <a:ext uri="{FF2B5EF4-FFF2-40B4-BE49-F238E27FC236}">
                <a16:creationId xmlns:a16="http://schemas.microsoft.com/office/drawing/2014/main" id="{FD864ECF-1DAD-BB66-5E0E-CF24B01D7311}"/>
              </a:ext>
            </a:extLst>
          </p:cNvPr>
          <p:cNvSpPr txBox="1">
            <a:spLocks noGrp="1"/>
          </p:cNvSpPr>
          <p:nvPr>
            <p:ph type="body" idx="1"/>
          </p:nvPr>
        </p:nvSpPr>
        <p:spPr>
          <a:xfrm>
            <a:off x="466725" y="1636713"/>
            <a:ext cx="82296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PrintWriter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allows you to write data to a file using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println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methods, as you have been using to display data on the screen. </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Just as with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System.out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object,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println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method of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PrintWriter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will place a newline character after the written data.</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method writes data without writing the newline character.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B2B0FD2-0C6B-7EA4-7719-53C5E6E68A3B}"/>
              </a:ext>
            </a:extLst>
          </p:cNvPr>
          <p:cNvSpPr txBox="1">
            <a:spLocks noGrp="1"/>
          </p:cNvSpPr>
          <p:nvPr>
            <p:ph type="title"/>
          </p:nvPr>
        </p:nvSpPr>
        <p:spPr>
          <a:xfrm>
            <a:off x="457200" y="233363"/>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sz="3200">
                <a:latin typeface="Courier New" panose="02070309020205020404" pitchFamily="49" charset="0"/>
                <a:cs typeface="Times New Roman" panose="02020603050405020304" pitchFamily="18" charset="0"/>
                <a:sym typeface="Times New Roman" panose="02020603050405020304" pitchFamily="18" charset="0"/>
              </a:rPr>
              <a:t>PrintWriter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 (2 of 3)</a:t>
            </a:r>
          </a:p>
        </p:txBody>
      </p:sp>
      <p:grpSp>
        <p:nvGrpSpPr>
          <p:cNvPr id="69635" name="Group 2">
            <a:extLst>
              <a:ext uri="{FF2B5EF4-FFF2-40B4-BE49-F238E27FC236}">
                <a16:creationId xmlns:a16="http://schemas.microsoft.com/office/drawing/2014/main" id="{CE22EBEA-C490-73CE-0855-FA0C9BE953CA}"/>
              </a:ext>
            </a:extLst>
          </p:cNvPr>
          <p:cNvGrpSpPr>
            <a:grpSpLocks/>
          </p:cNvGrpSpPr>
          <p:nvPr/>
        </p:nvGrpSpPr>
        <p:grpSpPr bwMode="auto">
          <a:xfrm>
            <a:off x="652463" y="1825625"/>
            <a:ext cx="7929562" cy="3879850"/>
            <a:chOff x="1062038" y="1555750"/>
            <a:chExt cx="7929562" cy="3879850"/>
          </a:xfrm>
        </p:grpSpPr>
        <p:sp>
          <p:nvSpPr>
            <p:cNvPr id="69636" name="Text Box 4">
              <a:extLst>
                <a:ext uri="{FF2B5EF4-FFF2-40B4-BE49-F238E27FC236}">
                  <a16:creationId xmlns:a16="http://schemas.microsoft.com/office/drawing/2014/main" id="{427C608C-0771-022A-E70C-0848914CED3F}"/>
                </a:ext>
              </a:extLst>
            </p:cNvPr>
            <p:cNvSpPr txBox="1">
              <a:spLocks noChangeArrowheads="1"/>
            </p:cNvSpPr>
            <p:nvPr/>
          </p:nvSpPr>
          <p:spPr bwMode="auto">
            <a:xfrm>
              <a:off x="1219200" y="2466975"/>
              <a:ext cx="7772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a:latin typeface="Courier New" panose="02070309020205020404" pitchFamily="49" charset="0"/>
                </a:rPr>
                <a:t>PrintWriter outputFile = new PrintWriter("Names.txt");</a:t>
              </a:r>
            </a:p>
            <a:p>
              <a:pPr eaLnBrk="1" hangingPunct="1"/>
              <a:r>
                <a:rPr lang="en-US" altLang="en-US" sz="1800">
                  <a:latin typeface="Courier New" panose="02070309020205020404" pitchFamily="49" charset="0"/>
                </a:rPr>
                <a:t>outputFile.println("Chris");</a:t>
              </a:r>
            </a:p>
            <a:p>
              <a:pPr eaLnBrk="1" hangingPunct="1"/>
              <a:r>
                <a:rPr lang="en-US" altLang="en-US" sz="1800">
                  <a:latin typeface="Courier New" panose="02070309020205020404" pitchFamily="49" charset="0"/>
                </a:rPr>
                <a:t>outputFile.println("Kathryn");</a:t>
              </a:r>
            </a:p>
            <a:p>
              <a:pPr eaLnBrk="1" hangingPunct="1"/>
              <a:r>
                <a:rPr lang="en-US" altLang="en-US" sz="1800">
                  <a:latin typeface="Courier New" panose="02070309020205020404" pitchFamily="49" charset="0"/>
                </a:rPr>
                <a:t>outputFile.println("Jean");</a:t>
              </a:r>
            </a:p>
            <a:p>
              <a:pPr eaLnBrk="1" hangingPunct="1"/>
              <a:r>
                <a:rPr lang="en-US" altLang="en-US" sz="1800">
                  <a:latin typeface="Courier New" panose="02070309020205020404" pitchFamily="49" charset="0"/>
                </a:rPr>
                <a:t>outputFile.close();</a:t>
              </a:r>
              <a:r>
                <a:rPr lang="en-US" altLang="en-US"/>
                <a:t> </a:t>
              </a:r>
            </a:p>
          </p:txBody>
        </p:sp>
        <p:sp>
          <p:nvSpPr>
            <p:cNvPr id="69637" name="Text Box 5">
              <a:extLst>
                <a:ext uri="{FF2B5EF4-FFF2-40B4-BE49-F238E27FC236}">
                  <a16:creationId xmlns:a16="http://schemas.microsoft.com/office/drawing/2014/main" id="{4DF51EAC-059C-B1F6-8216-9D13A809912C}"/>
                </a:ext>
              </a:extLst>
            </p:cNvPr>
            <p:cNvSpPr txBox="1">
              <a:spLocks noChangeArrowheads="1"/>
            </p:cNvSpPr>
            <p:nvPr/>
          </p:nvSpPr>
          <p:spPr bwMode="auto">
            <a:xfrm>
              <a:off x="1611313" y="1555750"/>
              <a:ext cx="1828800" cy="4064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Open the file.</a:t>
              </a:r>
            </a:p>
          </p:txBody>
        </p:sp>
        <p:sp>
          <p:nvSpPr>
            <p:cNvPr id="69638" name="Line 7">
              <a:extLst>
                <a:ext uri="{FF2B5EF4-FFF2-40B4-BE49-F238E27FC236}">
                  <a16:creationId xmlns:a16="http://schemas.microsoft.com/office/drawing/2014/main" id="{FACB295E-50B5-2F05-4AC1-9472EACFBAB0}"/>
                </a:ext>
              </a:extLst>
            </p:cNvPr>
            <p:cNvSpPr>
              <a:spLocks noChangeShapeType="1"/>
            </p:cNvSpPr>
            <p:nvPr/>
          </p:nvSpPr>
          <p:spPr bwMode="auto">
            <a:xfrm>
              <a:off x="1077913" y="1784350"/>
              <a:ext cx="0" cy="83820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9639" name="Line 6">
              <a:extLst>
                <a:ext uri="{FF2B5EF4-FFF2-40B4-BE49-F238E27FC236}">
                  <a16:creationId xmlns:a16="http://schemas.microsoft.com/office/drawing/2014/main" id="{B8F8A817-CC61-BFA4-E598-8D61C6852FA2}"/>
                </a:ext>
              </a:extLst>
            </p:cNvPr>
            <p:cNvSpPr>
              <a:spLocks noChangeShapeType="1"/>
            </p:cNvSpPr>
            <p:nvPr/>
          </p:nvSpPr>
          <p:spPr bwMode="auto">
            <a:xfrm flipH="1">
              <a:off x="1077913" y="1784350"/>
              <a:ext cx="53340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9640" name="Line 8">
              <a:extLst>
                <a:ext uri="{FF2B5EF4-FFF2-40B4-BE49-F238E27FC236}">
                  <a16:creationId xmlns:a16="http://schemas.microsoft.com/office/drawing/2014/main" id="{6E06574B-5AB5-1DAD-7760-AA3FB355675B}"/>
                </a:ext>
              </a:extLst>
            </p:cNvPr>
            <p:cNvSpPr>
              <a:spLocks noChangeShapeType="1"/>
            </p:cNvSpPr>
            <p:nvPr/>
          </p:nvSpPr>
          <p:spPr bwMode="auto">
            <a:xfrm>
              <a:off x="1077913" y="2622550"/>
              <a:ext cx="228600"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641" name="Text Box 12">
              <a:extLst>
                <a:ext uri="{FF2B5EF4-FFF2-40B4-BE49-F238E27FC236}">
                  <a16:creationId xmlns:a16="http://schemas.microsoft.com/office/drawing/2014/main" id="{2855A1DD-C129-3560-4EDE-F38174C132DF}"/>
                </a:ext>
              </a:extLst>
            </p:cNvPr>
            <p:cNvSpPr txBox="1">
              <a:spLocks noChangeArrowheads="1"/>
            </p:cNvSpPr>
            <p:nvPr/>
          </p:nvSpPr>
          <p:spPr bwMode="auto">
            <a:xfrm>
              <a:off x="1371600" y="5029200"/>
              <a:ext cx="2667000" cy="4064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Write data to the file.</a:t>
              </a:r>
            </a:p>
          </p:txBody>
        </p:sp>
        <p:grpSp>
          <p:nvGrpSpPr>
            <p:cNvPr id="69642" name="Group 22">
              <a:extLst>
                <a:ext uri="{FF2B5EF4-FFF2-40B4-BE49-F238E27FC236}">
                  <a16:creationId xmlns:a16="http://schemas.microsoft.com/office/drawing/2014/main" id="{A346106D-FCC1-4D57-2BC1-10E2D3F17C8C}"/>
                </a:ext>
              </a:extLst>
            </p:cNvPr>
            <p:cNvGrpSpPr>
              <a:grpSpLocks/>
            </p:cNvGrpSpPr>
            <p:nvPr/>
          </p:nvGrpSpPr>
          <p:grpSpPr bwMode="auto">
            <a:xfrm>
              <a:off x="1062038" y="2951163"/>
              <a:ext cx="1528762" cy="2078037"/>
              <a:chOff x="669" y="1859"/>
              <a:chExt cx="963" cy="1309"/>
            </a:xfrm>
          </p:grpSpPr>
          <p:grpSp>
            <p:nvGrpSpPr>
              <p:cNvPr id="69647" name="Group 19">
                <a:extLst>
                  <a:ext uri="{FF2B5EF4-FFF2-40B4-BE49-F238E27FC236}">
                    <a16:creationId xmlns:a16="http://schemas.microsoft.com/office/drawing/2014/main" id="{BB623B56-3B43-5876-7D0C-A31B4159163A}"/>
                  </a:ext>
                </a:extLst>
              </p:cNvPr>
              <p:cNvGrpSpPr>
                <a:grpSpLocks/>
              </p:cNvGrpSpPr>
              <p:nvPr/>
            </p:nvGrpSpPr>
            <p:grpSpPr bwMode="auto">
              <a:xfrm>
                <a:off x="669" y="1859"/>
                <a:ext cx="148" cy="973"/>
                <a:chOff x="669" y="1859"/>
                <a:chExt cx="148" cy="973"/>
              </a:xfrm>
            </p:grpSpPr>
            <p:sp>
              <p:nvSpPr>
                <p:cNvPr id="69650" name="Line 14">
                  <a:extLst>
                    <a:ext uri="{FF2B5EF4-FFF2-40B4-BE49-F238E27FC236}">
                      <a16:creationId xmlns:a16="http://schemas.microsoft.com/office/drawing/2014/main" id="{137BB76E-9B3E-F139-DA4F-31D0D70C74B5}"/>
                    </a:ext>
                  </a:extLst>
                </p:cNvPr>
                <p:cNvSpPr>
                  <a:spLocks noChangeShapeType="1"/>
                </p:cNvSpPr>
                <p:nvPr/>
              </p:nvSpPr>
              <p:spPr bwMode="auto">
                <a:xfrm>
                  <a:off x="673" y="1859"/>
                  <a:ext cx="144"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651" name="Line 15">
                  <a:extLst>
                    <a:ext uri="{FF2B5EF4-FFF2-40B4-BE49-F238E27FC236}">
                      <a16:creationId xmlns:a16="http://schemas.microsoft.com/office/drawing/2014/main" id="{62F12F7A-484B-61AF-FE96-293B8E96A62B}"/>
                    </a:ext>
                  </a:extLst>
                </p:cNvPr>
                <p:cNvSpPr>
                  <a:spLocks noChangeShapeType="1"/>
                </p:cNvSpPr>
                <p:nvPr/>
              </p:nvSpPr>
              <p:spPr bwMode="auto">
                <a:xfrm>
                  <a:off x="673" y="2039"/>
                  <a:ext cx="144"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652" name="Line 16">
                  <a:extLst>
                    <a:ext uri="{FF2B5EF4-FFF2-40B4-BE49-F238E27FC236}">
                      <a16:creationId xmlns:a16="http://schemas.microsoft.com/office/drawing/2014/main" id="{B79BCEEB-2371-86BC-D02A-05E7DA787A15}"/>
                    </a:ext>
                  </a:extLst>
                </p:cNvPr>
                <p:cNvSpPr>
                  <a:spLocks noChangeShapeType="1"/>
                </p:cNvSpPr>
                <p:nvPr/>
              </p:nvSpPr>
              <p:spPr bwMode="auto">
                <a:xfrm>
                  <a:off x="673" y="2185"/>
                  <a:ext cx="144"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653" name="Line 18">
                  <a:extLst>
                    <a:ext uri="{FF2B5EF4-FFF2-40B4-BE49-F238E27FC236}">
                      <a16:creationId xmlns:a16="http://schemas.microsoft.com/office/drawing/2014/main" id="{91EB2CA1-F32E-D48E-D911-E8C1BE567ABB}"/>
                    </a:ext>
                  </a:extLst>
                </p:cNvPr>
                <p:cNvSpPr>
                  <a:spLocks noChangeShapeType="1"/>
                </p:cNvSpPr>
                <p:nvPr/>
              </p:nvSpPr>
              <p:spPr bwMode="auto">
                <a:xfrm>
                  <a:off x="669" y="1860"/>
                  <a:ext cx="3" cy="97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69648" name="Line 20">
                <a:extLst>
                  <a:ext uri="{FF2B5EF4-FFF2-40B4-BE49-F238E27FC236}">
                    <a16:creationId xmlns:a16="http://schemas.microsoft.com/office/drawing/2014/main" id="{2347066F-DEDD-C89D-E2EA-F4F55898D8F6}"/>
                  </a:ext>
                </a:extLst>
              </p:cNvPr>
              <p:cNvSpPr>
                <a:spLocks noChangeShapeType="1"/>
              </p:cNvSpPr>
              <p:nvPr/>
            </p:nvSpPr>
            <p:spPr bwMode="auto">
              <a:xfrm>
                <a:off x="672" y="2832"/>
                <a:ext cx="96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9649" name="Line 21">
                <a:extLst>
                  <a:ext uri="{FF2B5EF4-FFF2-40B4-BE49-F238E27FC236}">
                    <a16:creationId xmlns:a16="http://schemas.microsoft.com/office/drawing/2014/main" id="{7E7A282C-D444-0C5B-149C-C1C5A82859FE}"/>
                  </a:ext>
                </a:extLst>
              </p:cNvPr>
              <p:cNvSpPr>
                <a:spLocks noChangeShapeType="1"/>
              </p:cNvSpPr>
              <p:nvPr/>
            </p:nvSpPr>
            <p:spPr bwMode="auto">
              <a:xfrm>
                <a:off x="1632" y="2832"/>
                <a:ext cx="0" cy="336"/>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69643" name="Text Box 23">
              <a:extLst>
                <a:ext uri="{FF2B5EF4-FFF2-40B4-BE49-F238E27FC236}">
                  <a16:creationId xmlns:a16="http://schemas.microsoft.com/office/drawing/2014/main" id="{7FB4D7BA-71E1-74F6-1F7E-58B088CB3D8C}"/>
                </a:ext>
              </a:extLst>
            </p:cNvPr>
            <p:cNvSpPr txBox="1">
              <a:spLocks noChangeArrowheads="1"/>
            </p:cNvSpPr>
            <p:nvPr/>
          </p:nvSpPr>
          <p:spPr bwMode="auto">
            <a:xfrm>
              <a:off x="4648200" y="4267200"/>
              <a:ext cx="1905000" cy="4064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Close the file.</a:t>
              </a:r>
            </a:p>
          </p:txBody>
        </p:sp>
        <p:grpSp>
          <p:nvGrpSpPr>
            <p:cNvPr id="69644" name="Group 26">
              <a:extLst>
                <a:ext uri="{FF2B5EF4-FFF2-40B4-BE49-F238E27FC236}">
                  <a16:creationId xmlns:a16="http://schemas.microsoft.com/office/drawing/2014/main" id="{E10995E1-4458-AFDC-DAE7-8F996CFA217F}"/>
                </a:ext>
              </a:extLst>
            </p:cNvPr>
            <p:cNvGrpSpPr>
              <a:grpSpLocks/>
            </p:cNvGrpSpPr>
            <p:nvPr/>
          </p:nvGrpSpPr>
          <p:grpSpPr bwMode="auto">
            <a:xfrm>
              <a:off x="3962400" y="3810000"/>
              <a:ext cx="1600200" cy="457200"/>
              <a:chOff x="2496" y="2400"/>
              <a:chExt cx="1008" cy="288"/>
            </a:xfrm>
          </p:grpSpPr>
          <p:sp>
            <p:nvSpPr>
              <p:cNvPr id="69645" name="Line 24">
                <a:extLst>
                  <a:ext uri="{FF2B5EF4-FFF2-40B4-BE49-F238E27FC236}">
                    <a16:creationId xmlns:a16="http://schemas.microsoft.com/office/drawing/2014/main" id="{24E247D7-FFD5-FA90-AF6E-685A3AFAC047}"/>
                  </a:ext>
                </a:extLst>
              </p:cNvPr>
              <p:cNvSpPr>
                <a:spLocks noChangeShapeType="1"/>
              </p:cNvSpPr>
              <p:nvPr/>
            </p:nvSpPr>
            <p:spPr bwMode="auto">
              <a:xfrm flipV="1">
                <a:off x="3504" y="2400"/>
                <a:ext cx="0" cy="288"/>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69646" name="Line 25">
                <a:extLst>
                  <a:ext uri="{FF2B5EF4-FFF2-40B4-BE49-F238E27FC236}">
                    <a16:creationId xmlns:a16="http://schemas.microsoft.com/office/drawing/2014/main" id="{28BF587F-610F-286A-3A17-1B303FC8BE15}"/>
                  </a:ext>
                </a:extLst>
              </p:cNvPr>
              <p:cNvSpPr>
                <a:spLocks noChangeShapeType="1"/>
              </p:cNvSpPr>
              <p:nvPr/>
            </p:nvSpPr>
            <p:spPr bwMode="auto">
              <a:xfrm flipH="1">
                <a:off x="2496" y="2400"/>
                <a:ext cx="1008" cy="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3AD6E529-3DFB-5633-7F32-EE33707BCABA}"/>
              </a:ext>
            </a:extLst>
          </p:cNvPr>
          <p:cNvSpPr txBox="1">
            <a:spLocks noGrp="1"/>
          </p:cNvSpPr>
          <p:nvPr>
            <p:ph type="title"/>
          </p:nvPr>
        </p:nvSpPr>
        <p:spPr>
          <a:xfrm>
            <a:off x="457200" y="233363"/>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sz="3200">
                <a:latin typeface="Courier New" panose="02070309020205020404" pitchFamily="49" charset="0"/>
                <a:cs typeface="Times New Roman" panose="02020603050405020304" pitchFamily="18" charset="0"/>
                <a:sym typeface="Times New Roman" panose="02020603050405020304" pitchFamily="18" charset="0"/>
              </a:rPr>
              <a:t>PrintWriter</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 (3 of 3)</a:t>
            </a:r>
          </a:p>
        </p:txBody>
      </p:sp>
      <p:sp>
        <p:nvSpPr>
          <p:cNvPr id="65540" name="Rectangle 3">
            <a:extLst>
              <a:ext uri="{FF2B5EF4-FFF2-40B4-BE49-F238E27FC236}">
                <a16:creationId xmlns:a16="http://schemas.microsoft.com/office/drawing/2014/main" id="{CA9C7ABF-1CC1-44EF-9C95-AF605F1343D5}"/>
              </a:ext>
            </a:extLst>
          </p:cNvPr>
          <p:cNvSpPr>
            <a:spLocks noGrp="1" noChangeArrowheads="1"/>
          </p:cNvSpPr>
          <p:nvPr>
            <p:ph type="body" idx="1"/>
          </p:nvPr>
        </p:nvSpPr>
        <p:spPr>
          <a:xfrm>
            <a:off x="466725" y="1590675"/>
            <a:ext cx="8229600" cy="4525963"/>
          </a:xfrm>
        </p:spPr>
        <p:txBody>
          <a:bodyPr/>
          <a:lstStyle/>
          <a:p>
            <a:pPr marL="488950" indent="-387350" eaLnBrk="1" hangingPunct="1">
              <a:defRPr/>
            </a:pPr>
            <a:r>
              <a:rPr lang="en-US" altLang="en-US" sz="2800" dirty="0"/>
              <a:t>To use the </a:t>
            </a:r>
            <a:r>
              <a:rPr lang="en-US" altLang="en-US" sz="2800" dirty="0" err="1">
                <a:latin typeface="Courier New" panose="02070309020205020404" pitchFamily="49" charset="0"/>
              </a:rPr>
              <a:t>PrintWriter</a:t>
            </a:r>
            <a:r>
              <a:rPr lang="en-US" altLang="en-US" sz="2800" dirty="0"/>
              <a:t> class, put the following </a:t>
            </a:r>
            <a:r>
              <a:rPr lang="en-US" altLang="en-US" sz="2800" dirty="0">
                <a:latin typeface="Courier New" panose="02070309020205020404" pitchFamily="49" charset="0"/>
              </a:rPr>
              <a:t>import</a:t>
            </a:r>
            <a:r>
              <a:rPr lang="en-US" altLang="en-US" sz="2800" dirty="0"/>
              <a:t> statement at the top of the source file:</a:t>
            </a:r>
          </a:p>
          <a:p>
            <a:pPr marL="101600" indent="758825" eaLnBrk="1" hangingPunct="1">
              <a:buFont typeface="Arial"/>
              <a:buNone/>
              <a:defRPr/>
            </a:pPr>
            <a:r>
              <a:rPr lang="en-US" altLang="en-US" dirty="0">
                <a:latin typeface="Courier New" panose="02070309020205020404" pitchFamily="49" charset="0"/>
              </a:rPr>
              <a:t>import java.io.*;</a:t>
            </a:r>
            <a:br>
              <a:rPr lang="en-US" altLang="en-US" sz="2800" dirty="0"/>
            </a:br>
            <a:endParaRPr lang="en-US" altLang="en-US" sz="2800" dirty="0"/>
          </a:p>
          <a:p>
            <a:pPr marL="488950" indent="-387350" eaLnBrk="1" hangingPunct="1">
              <a:defRPr/>
            </a:pPr>
            <a:r>
              <a:rPr lang="en-US" altLang="en-US" sz="2800" dirty="0"/>
              <a:t>See example: </a:t>
            </a:r>
            <a:r>
              <a:rPr lang="en-US" altLang="en-US" sz="2800" dirty="0">
                <a:hlinkClick r:id="rId3" action="ppaction://hlinkfile"/>
              </a:rPr>
              <a:t>FileWriteDemo.java</a:t>
            </a:r>
            <a:endParaRPr lang="en-US"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98B8DDF-CA4B-10C7-6762-AF5211897403}"/>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Exceptions (1 of 2)</a:t>
            </a:r>
          </a:p>
        </p:txBody>
      </p:sp>
      <p:sp>
        <p:nvSpPr>
          <p:cNvPr id="73731" name="Rectangle 3">
            <a:extLst>
              <a:ext uri="{FF2B5EF4-FFF2-40B4-BE49-F238E27FC236}">
                <a16:creationId xmlns:a16="http://schemas.microsoft.com/office/drawing/2014/main" id="{D61238B4-CD44-B049-9FAE-BEC7EA4225A0}"/>
              </a:ext>
            </a:extLst>
          </p:cNvPr>
          <p:cNvSpPr txBox="1">
            <a:spLocks noGrp="1"/>
          </p:cNvSpPr>
          <p:nvPr>
            <p:ph type="body" idx="1"/>
          </p:nvPr>
        </p:nvSpPr>
        <p:spPr>
          <a:xfrm>
            <a:off x="466725"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When something unexpected happens in a Java program, an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exception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is thrown.</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method that is executing when the exception is thrown must either handle the exception or pass it up the line.</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Handling the exception will be discussed later.</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To pass it up the line, the method needs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throws</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clause in the method header.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871A02A8-F8E8-B4E6-FE63-BE19A162934E}"/>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Exceptions (2 of 2)</a:t>
            </a:r>
          </a:p>
        </p:txBody>
      </p:sp>
      <p:sp>
        <p:nvSpPr>
          <p:cNvPr id="75779" name="Rectangle 3">
            <a:extLst>
              <a:ext uri="{FF2B5EF4-FFF2-40B4-BE49-F238E27FC236}">
                <a16:creationId xmlns:a16="http://schemas.microsoft.com/office/drawing/2014/main" id="{19E08649-0FAC-ED0F-E0F6-0A60DD6F56BA}"/>
              </a:ext>
            </a:extLst>
          </p:cNvPr>
          <p:cNvSpPr txBox="1">
            <a:spLocks noGrp="1"/>
          </p:cNvSpPr>
          <p:nvPr>
            <p:ph type="body" idx="1"/>
          </p:nvPr>
        </p:nvSpPr>
        <p:spPr>
          <a:xfrm>
            <a:off x="466725" y="1627188"/>
            <a:ext cx="82296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To insert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throws</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clause in a method header, simply add the word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throws</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and the name of the expected exception.</a:t>
            </a:r>
          </a:p>
          <a:p>
            <a:pPr marL="488950" indent="-387350" eaLnBrk="1" hangingPunct="1">
              <a:lnSpc>
                <a:spcPct val="90000"/>
              </a:lnSpc>
              <a:buSzTx/>
              <a:buFontTx/>
              <a:buChar char="•"/>
            </a:pP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PrintWriter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objects can throw an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IOException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so we write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throws</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clause like this:</a:t>
            </a:r>
            <a:b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a:p>
            <a:pPr marL="1239838" lvl="1" indent="-371475" eaLnBrk="1" hangingPunct="1">
              <a:lnSpc>
                <a:spcPct val="90000"/>
              </a:lnSpc>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public static void main(String[] args) throws IOException</a:t>
            </a:r>
            <a:b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br>
            <a:endPar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595C9C8-21ED-7ACF-C1C9-F2CCB76D2B62}"/>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Appending Text to a File</a:t>
            </a:r>
          </a:p>
        </p:txBody>
      </p:sp>
      <p:sp>
        <p:nvSpPr>
          <p:cNvPr id="71684" name="Rectangle 3">
            <a:extLst>
              <a:ext uri="{FF2B5EF4-FFF2-40B4-BE49-F238E27FC236}">
                <a16:creationId xmlns:a16="http://schemas.microsoft.com/office/drawing/2014/main" id="{4A952E42-DBAD-44E2-95F9-A6E50EDFED06}"/>
              </a:ext>
            </a:extLst>
          </p:cNvPr>
          <p:cNvSpPr>
            <a:spLocks noGrp="1" noChangeArrowheads="1"/>
          </p:cNvSpPr>
          <p:nvPr>
            <p:ph type="body" idx="1"/>
          </p:nvPr>
        </p:nvSpPr>
        <p:spPr>
          <a:xfrm>
            <a:off x="466725" y="1573213"/>
            <a:ext cx="8229600" cy="4525962"/>
          </a:xfrm>
        </p:spPr>
        <p:txBody>
          <a:bodyPr/>
          <a:lstStyle/>
          <a:p>
            <a:pPr marL="488950" indent="-387350" eaLnBrk="1" hangingPunct="1">
              <a:defRPr/>
            </a:pPr>
            <a:r>
              <a:rPr lang="en-US" altLang="en-US" sz="2800" dirty="0"/>
              <a:t>To avoid erasing a file that already exists, create a </a:t>
            </a:r>
            <a:r>
              <a:rPr lang="en-US" altLang="en-US" sz="2800" dirty="0" err="1">
                <a:latin typeface="Courier New" panose="02070309020205020404" pitchFamily="49" charset="0"/>
              </a:rPr>
              <a:t>FileWriter</a:t>
            </a:r>
            <a:r>
              <a:rPr lang="en-US" altLang="en-US" sz="2800" dirty="0"/>
              <a:t> object in this manner:</a:t>
            </a:r>
          </a:p>
          <a:p>
            <a:pPr marL="101600" indent="758825" eaLnBrk="1" hangingPunct="1">
              <a:buFont typeface="Arial"/>
              <a:buNone/>
              <a:defRPr/>
            </a:pPr>
            <a:r>
              <a:rPr lang="en-US" altLang="en-US" dirty="0" err="1">
                <a:latin typeface="Courier New" panose="02070309020205020404" pitchFamily="49" charset="0"/>
              </a:rPr>
              <a:t>FileWriter</a:t>
            </a:r>
            <a:r>
              <a:rPr lang="en-US" altLang="en-US" dirty="0">
                <a:latin typeface="Courier New" panose="02070309020205020404" pitchFamily="49" charset="0"/>
              </a:rPr>
              <a:t> </a:t>
            </a:r>
            <a:r>
              <a:rPr lang="en-US" altLang="en-US" dirty="0" err="1">
                <a:latin typeface="Courier New" panose="02070309020205020404" pitchFamily="49" charset="0"/>
              </a:rPr>
              <a:t>fw</a:t>
            </a:r>
            <a:r>
              <a:rPr lang="en-US" altLang="en-US" dirty="0">
                <a:latin typeface="Courier New" panose="02070309020205020404" pitchFamily="49" charset="0"/>
              </a:rPr>
              <a:t> =</a:t>
            </a:r>
            <a:br>
              <a:rPr lang="en-US" altLang="en-US" dirty="0">
                <a:latin typeface="Courier New" panose="02070309020205020404" pitchFamily="49" charset="0"/>
              </a:rPr>
            </a:br>
            <a:r>
              <a:rPr lang="en-US" altLang="en-US" dirty="0">
                <a:latin typeface="Courier New" panose="02070309020205020404" pitchFamily="49" charset="0"/>
              </a:rPr>
              <a:t>     new </a:t>
            </a:r>
            <a:r>
              <a:rPr lang="en-US" altLang="en-US" dirty="0" err="1">
                <a:latin typeface="Courier New" panose="02070309020205020404" pitchFamily="49" charset="0"/>
              </a:rPr>
              <a:t>FileWriter</a:t>
            </a:r>
            <a:r>
              <a:rPr lang="en-US" altLang="en-US" dirty="0">
                <a:latin typeface="Courier New" panose="02070309020205020404" pitchFamily="49" charset="0"/>
              </a:rPr>
              <a:t>("names.txt", true);</a:t>
            </a:r>
            <a:br>
              <a:rPr lang="en-US" altLang="en-US" sz="2800" dirty="0">
                <a:latin typeface="Courier New" panose="02070309020205020404" pitchFamily="49" charset="0"/>
              </a:rPr>
            </a:br>
            <a:endParaRPr lang="en-US" altLang="en-US" sz="2800" dirty="0">
              <a:latin typeface="Courier New" panose="02070309020205020404" pitchFamily="49" charset="0"/>
            </a:endParaRPr>
          </a:p>
          <a:p>
            <a:pPr marL="488950" indent="-387350" eaLnBrk="1" hangingPunct="1">
              <a:defRPr/>
            </a:pPr>
            <a:r>
              <a:rPr lang="en-US" altLang="en-US" sz="2800" dirty="0"/>
              <a:t>Then, create a </a:t>
            </a:r>
            <a:r>
              <a:rPr lang="en-US" altLang="en-US" sz="2800" dirty="0" err="1">
                <a:latin typeface="Courier New" panose="02070309020205020404" pitchFamily="49" charset="0"/>
              </a:rPr>
              <a:t>PrintWriter</a:t>
            </a:r>
            <a:r>
              <a:rPr lang="en-US" altLang="en-US" sz="2800" dirty="0"/>
              <a:t> object in this manner:</a:t>
            </a:r>
          </a:p>
          <a:p>
            <a:pPr marL="101600" indent="758825" eaLnBrk="1" hangingPunct="1">
              <a:buFont typeface="Arial"/>
              <a:buNone/>
              <a:defRPr/>
            </a:pPr>
            <a:r>
              <a:rPr lang="en-US" altLang="en-US" dirty="0" err="1">
                <a:latin typeface="Courier New" panose="02070309020205020404" pitchFamily="49" charset="0"/>
              </a:rPr>
              <a:t>PrintWriter</a:t>
            </a:r>
            <a:r>
              <a:rPr lang="en-US" altLang="en-US" dirty="0">
                <a:latin typeface="Courier New" panose="02070309020205020404" pitchFamily="49" charset="0"/>
              </a:rPr>
              <a:t> </a:t>
            </a:r>
            <a:r>
              <a:rPr lang="en-US" altLang="en-US" dirty="0" err="1">
                <a:latin typeface="Courier New" panose="02070309020205020404" pitchFamily="49" charset="0"/>
              </a:rPr>
              <a:t>fw</a:t>
            </a:r>
            <a:r>
              <a:rPr lang="en-US" altLang="en-US" dirty="0">
                <a:latin typeface="Courier New" panose="02070309020205020404" pitchFamily="49" charset="0"/>
              </a:rPr>
              <a:t> = new </a:t>
            </a:r>
            <a:r>
              <a:rPr lang="en-US" altLang="en-US" dirty="0" err="1">
                <a:latin typeface="Courier New" panose="02070309020205020404" pitchFamily="49" charset="0"/>
              </a:rPr>
              <a:t>PrintWriter</a:t>
            </a:r>
            <a:r>
              <a:rPr lang="en-US" altLang="en-US" dirty="0">
                <a:latin typeface="Courier New" panose="02070309020205020404" pitchFamily="49" charset="0"/>
              </a:rPr>
              <a:t>(</a:t>
            </a:r>
            <a:r>
              <a:rPr lang="en-US" altLang="en-US" dirty="0" err="1">
                <a:latin typeface="Courier New" panose="02070309020205020404" pitchFamily="49" charset="0"/>
              </a:rPr>
              <a:t>fw</a:t>
            </a:r>
            <a:r>
              <a:rPr lang="en-US" altLang="en-US" dirty="0">
                <a:latin typeface="Courier New" panose="02070309020205020404" pitchFamily="49"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17A26C2-FD75-C75F-6686-CFD619F75D78}"/>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Specifying a File Location (1 of 2)</a:t>
            </a:r>
            <a:endParaRPr lang="en-US" altLang="en-US" sz="24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79875" name="Rectangle 3">
            <a:extLst>
              <a:ext uri="{FF2B5EF4-FFF2-40B4-BE49-F238E27FC236}">
                <a16:creationId xmlns:a16="http://schemas.microsoft.com/office/drawing/2014/main" id="{6F13C08C-9CD6-40BA-DF6D-27477B6F7C31}"/>
              </a:ext>
            </a:extLst>
          </p:cNvPr>
          <p:cNvSpPr txBox="1">
            <a:spLocks noGrp="1"/>
          </p:cNvSpPr>
          <p:nvPr>
            <p:ph type="body" idx="1"/>
          </p:nvPr>
        </p:nvSpPr>
        <p:spPr>
          <a:xfrm>
            <a:off x="466725"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On a Windows computer, paths contain backslash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characters. </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Remember, if the backslash is used in a string literal, it is the escape character so you must use two of them:</a:t>
            </a:r>
            <a:b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a:p>
            <a:pPr marL="1430338" lvl="1" indent="-569913" eaLnBrk="1" hangingPunct="1">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PrintWriter outFile = new PrintWriter("A:\\PriceList.txt");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6E9E6C86-C6E1-7838-D41A-218CB0AC43B9}"/>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Specifying a File Location (2 of 2)</a:t>
            </a:r>
          </a:p>
        </p:txBody>
      </p:sp>
      <p:sp>
        <p:nvSpPr>
          <p:cNvPr id="75780" name="Rectangle 3">
            <a:extLst>
              <a:ext uri="{FF2B5EF4-FFF2-40B4-BE49-F238E27FC236}">
                <a16:creationId xmlns:a16="http://schemas.microsoft.com/office/drawing/2014/main" id="{E221C0C7-98EE-4B9A-9FA5-1F7D395401A0}"/>
              </a:ext>
            </a:extLst>
          </p:cNvPr>
          <p:cNvSpPr>
            <a:spLocks noGrp="1" noChangeArrowheads="1"/>
          </p:cNvSpPr>
          <p:nvPr>
            <p:ph type="body" idx="1"/>
          </p:nvPr>
        </p:nvSpPr>
        <p:spPr>
          <a:xfrm>
            <a:off x="466725" y="1617663"/>
            <a:ext cx="8448675" cy="4525962"/>
          </a:xfrm>
        </p:spPr>
        <p:txBody>
          <a:bodyPr/>
          <a:lstStyle/>
          <a:p>
            <a:pPr marL="488950" indent="-387350" eaLnBrk="1" hangingPunct="1">
              <a:lnSpc>
                <a:spcPct val="90000"/>
              </a:lnSpc>
              <a:defRPr/>
            </a:pPr>
            <a:r>
              <a:rPr lang="en-US" altLang="en-US" sz="2800" dirty="0"/>
              <a:t>This is only necessary if the backslash is in a string literal.</a:t>
            </a:r>
          </a:p>
          <a:p>
            <a:pPr marL="488950" indent="-387350" eaLnBrk="1" hangingPunct="1">
              <a:lnSpc>
                <a:spcPct val="90000"/>
              </a:lnSpc>
              <a:defRPr/>
            </a:pPr>
            <a:r>
              <a:rPr lang="en-US" altLang="en-US" sz="2800" dirty="0"/>
              <a:t>If the backslash is in a </a:t>
            </a:r>
            <a:r>
              <a:rPr lang="en-US" altLang="en-US" sz="2800" dirty="0">
                <a:latin typeface="Courier New" panose="02070309020205020404" pitchFamily="49" charset="0"/>
              </a:rPr>
              <a:t>String</a:t>
            </a:r>
            <a:r>
              <a:rPr lang="en-US" altLang="en-US" sz="2800" dirty="0"/>
              <a:t> object then it will be handled properly.</a:t>
            </a:r>
          </a:p>
          <a:p>
            <a:pPr marL="488950" indent="-387350" eaLnBrk="1" hangingPunct="1">
              <a:lnSpc>
                <a:spcPct val="90000"/>
              </a:lnSpc>
              <a:defRPr/>
            </a:pPr>
            <a:r>
              <a:rPr lang="en-US" altLang="en-US" sz="2800" dirty="0"/>
              <a:t>Fortunately, Java allows Unix style filenames using the forward slash (</a:t>
            </a:r>
            <a:r>
              <a:rPr lang="en-US" altLang="en-US" sz="2800" dirty="0">
                <a:latin typeface="Courier New" panose="02070309020205020404" pitchFamily="49" charset="0"/>
              </a:rPr>
              <a:t>/</a:t>
            </a:r>
            <a:r>
              <a:rPr lang="en-US" altLang="en-US" sz="2800" dirty="0"/>
              <a:t>) to separate directories:</a:t>
            </a:r>
          </a:p>
          <a:p>
            <a:pPr marL="488950" indent="-387350" eaLnBrk="1" hangingPunct="1">
              <a:lnSpc>
                <a:spcPct val="90000"/>
              </a:lnSpc>
              <a:defRPr/>
            </a:pPr>
            <a:endParaRPr lang="en-US" altLang="en-US" sz="2800" dirty="0"/>
          </a:p>
          <a:p>
            <a:pPr lvl="1" indent="117475" eaLnBrk="1" hangingPunct="1">
              <a:lnSpc>
                <a:spcPct val="90000"/>
              </a:lnSpc>
              <a:buFontTx/>
              <a:buNone/>
              <a:defRPr/>
            </a:pPr>
            <a:r>
              <a:rPr lang="en-US" altLang="en-US" sz="2000" b="1" dirty="0" err="1">
                <a:latin typeface="Courier New" panose="02070309020205020404" pitchFamily="49" charset="0"/>
              </a:rPr>
              <a:t>PrintWriter</a:t>
            </a:r>
            <a:r>
              <a:rPr lang="en-US" altLang="en-US" sz="2000" b="1" dirty="0">
                <a:latin typeface="Courier New" panose="02070309020205020404" pitchFamily="49" charset="0"/>
              </a:rPr>
              <a:t> </a:t>
            </a:r>
            <a:r>
              <a:rPr lang="en-US" altLang="en-US" sz="2000" b="1" dirty="0" err="1">
                <a:latin typeface="Courier New" panose="02070309020205020404" pitchFamily="49" charset="0"/>
              </a:rPr>
              <a:t>outFile</a:t>
            </a:r>
            <a:r>
              <a:rPr lang="en-US" altLang="en-US" sz="2000" b="1" dirty="0">
                <a:latin typeface="Courier New" panose="02070309020205020404" pitchFamily="49" charset="0"/>
              </a:rPr>
              <a:t> = new</a:t>
            </a:r>
          </a:p>
          <a:p>
            <a:pPr lvl="1" eaLnBrk="1" hangingPunct="1">
              <a:lnSpc>
                <a:spcPct val="90000"/>
              </a:lnSpc>
              <a:buFontTx/>
              <a:buNone/>
              <a:defRPr/>
            </a:pPr>
            <a:r>
              <a:rPr lang="en-US" altLang="en-US" sz="2000" b="1" dirty="0">
                <a:latin typeface="Courier New" panose="02070309020205020404" pitchFamily="49" charset="0"/>
              </a:rPr>
              <a:t>    </a:t>
            </a:r>
            <a:r>
              <a:rPr lang="en-US" altLang="en-US" sz="2000" b="1" dirty="0" err="1">
                <a:latin typeface="Courier New" panose="02070309020205020404" pitchFamily="49" charset="0"/>
              </a:rPr>
              <a:t>PrintWriter</a:t>
            </a:r>
            <a:r>
              <a:rPr lang="en-US" altLang="en-US" sz="2000" b="1" dirty="0">
                <a:latin typeface="Courier New" panose="02070309020205020404" pitchFamily="49" charset="0"/>
              </a:rPr>
              <a:t>("/home/</a:t>
            </a:r>
            <a:r>
              <a:rPr lang="en-US" altLang="en-US" sz="2000" b="1" dirty="0" err="1">
                <a:latin typeface="Courier New" panose="02070309020205020404" pitchFamily="49" charset="0"/>
              </a:rPr>
              <a:t>rharrison</a:t>
            </a:r>
            <a:r>
              <a:rPr lang="en-US" altLang="en-US" sz="2000" b="1" dirty="0">
                <a:latin typeface="Courier New" panose="02070309020205020404" pitchFamily="49" charset="0"/>
              </a:rPr>
              <a:t>/names.txt");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6D2750C-ED1E-0189-D510-1BB37D90751E}"/>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Reading Data From a File (1 of 3)</a:t>
            </a:r>
          </a:p>
        </p:txBody>
      </p:sp>
      <p:sp>
        <p:nvSpPr>
          <p:cNvPr id="83971" name="Rectangle 3">
            <a:extLst>
              <a:ext uri="{FF2B5EF4-FFF2-40B4-BE49-F238E27FC236}">
                <a16:creationId xmlns:a16="http://schemas.microsoft.com/office/drawing/2014/main" id="{129659EE-5197-CEFD-5CA8-C66C1E9DB624}"/>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You use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and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Scanner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to read data from a file:</a:t>
            </a:r>
          </a:p>
        </p:txBody>
      </p:sp>
      <p:grpSp>
        <p:nvGrpSpPr>
          <p:cNvPr id="83972" name="Group 1">
            <a:extLst>
              <a:ext uri="{FF2B5EF4-FFF2-40B4-BE49-F238E27FC236}">
                <a16:creationId xmlns:a16="http://schemas.microsoft.com/office/drawing/2014/main" id="{D3AF105D-F899-9BEC-A7C4-E4D8AA4A4F48}"/>
              </a:ext>
            </a:extLst>
          </p:cNvPr>
          <p:cNvGrpSpPr>
            <a:grpSpLocks/>
          </p:cNvGrpSpPr>
          <p:nvPr/>
        </p:nvGrpSpPr>
        <p:grpSpPr bwMode="auto">
          <a:xfrm>
            <a:off x="560388" y="2590800"/>
            <a:ext cx="8305800" cy="3454400"/>
            <a:chOff x="685800" y="2590800"/>
            <a:chExt cx="8305800" cy="3454400"/>
          </a:xfrm>
        </p:grpSpPr>
        <p:sp>
          <p:nvSpPr>
            <p:cNvPr id="83973" name="Text Box 4">
              <a:extLst>
                <a:ext uri="{FF2B5EF4-FFF2-40B4-BE49-F238E27FC236}">
                  <a16:creationId xmlns:a16="http://schemas.microsoft.com/office/drawing/2014/main" id="{E2520440-50B4-4E5E-970A-9C6C3820065B}"/>
                </a:ext>
              </a:extLst>
            </p:cNvPr>
            <p:cNvSpPr txBox="1">
              <a:spLocks noChangeArrowheads="1"/>
            </p:cNvSpPr>
            <p:nvPr/>
          </p:nvSpPr>
          <p:spPr bwMode="auto">
            <a:xfrm>
              <a:off x="685800" y="4038600"/>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eaLnBrk="1" hangingPunct="1"/>
              <a:r>
                <a:rPr lang="en-US" altLang="en-US">
                  <a:latin typeface="Courier New" panose="02070309020205020404" pitchFamily="49" charset="0"/>
                </a:rPr>
                <a:t>File myFile = new File("Customers.txt");</a:t>
              </a:r>
            </a:p>
            <a:p>
              <a:pPr eaLnBrk="1" hangingPunct="1"/>
              <a:r>
                <a:rPr lang="en-US" altLang="en-US">
                  <a:latin typeface="Courier New" panose="02070309020205020404" pitchFamily="49" charset="0"/>
                </a:rPr>
                <a:t>Scanner inputFile = new Scanner(myFile);</a:t>
              </a:r>
              <a:r>
                <a:rPr lang="en-US" altLang="en-US"/>
                <a:t> </a:t>
              </a:r>
            </a:p>
          </p:txBody>
        </p:sp>
        <p:sp>
          <p:nvSpPr>
            <p:cNvPr id="83974" name="Text Box 5">
              <a:extLst>
                <a:ext uri="{FF2B5EF4-FFF2-40B4-BE49-F238E27FC236}">
                  <a16:creationId xmlns:a16="http://schemas.microsoft.com/office/drawing/2014/main" id="{4604951C-68DA-C155-BD56-16EDDAB3385D}"/>
                </a:ext>
              </a:extLst>
            </p:cNvPr>
            <p:cNvSpPr txBox="1">
              <a:spLocks noChangeArrowheads="1"/>
            </p:cNvSpPr>
            <p:nvPr/>
          </p:nvSpPr>
          <p:spPr bwMode="auto">
            <a:xfrm>
              <a:off x="5562600" y="2590800"/>
              <a:ext cx="3429000" cy="10160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Pass the name of the file as an argument to the </a:t>
              </a:r>
              <a:r>
                <a:rPr lang="en-US" altLang="en-US" b="1">
                  <a:solidFill>
                    <a:srgbClr val="FF3300"/>
                  </a:solidFill>
                  <a:latin typeface="Courier New" panose="02070309020205020404" pitchFamily="49" charset="0"/>
                </a:rPr>
                <a:t>File</a:t>
              </a:r>
              <a:r>
                <a:rPr lang="en-US" altLang="en-US" b="1">
                  <a:solidFill>
                    <a:srgbClr val="FF3300"/>
                  </a:solidFill>
                </a:rPr>
                <a:t> class constructor.</a:t>
              </a:r>
            </a:p>
          </p:txBody>
        </p:sp>
        <p:sp>
          <p:nvSpPr>
            <p:cNvPr id="83975" name="Text Box 6">
              <a:extLst>
                <a:ext uri="{FF2B5EF4-FFF2-40B4-BE49-F238E27FC236}">
                  <a16:creationId xmlns:a16="http://schemas.microsoft.com/office/drawing/2014/main" id="{4F419B29-807B-364B-ADE6-5A8828F5F3CF}"/>
                </a:ext>
              </a:extLst>
            </p:cNvPr>
            <p:cNvSpPr txBox="1">
              <a:spLocks noChangeArrowheads="1"/>
            </p:cNvSpPr>
            <p:nvPr/>
          </p:nvSpPr>
          <p:spPr bwMode="auto">
            <a:xfrm>
              <a:off x="914400" y="5029200"/>
              <a:ext cx="3429000" cy="10160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en-US" b="1">
                  <a:solidFill>
                    <a:srgbClr val="FF3300"/>
                  </a:solidFill>
                </a:rPr>
                <a:t>Pass the </a:t>
              </a:r>
              <a:r>
                <a:rPr lang="en-US" altLang="en-US" b="1">
                  <a:solidFill>
                    <a:srgbClr val="FF3300"/>
                  </a:solidFill>
                  <a:latin typeface="Courier New" panose="02070309020205020404" pitchFamily="49" charset="0"/>
                </a:rPr>
                <a:t>File</a:t>
              </a:r>
              <a:r>
                <a:rPr lang="en-US" altLang="en-US" b="1">
                  <a:solidFill>
                    <a:srgbClr val="FF3300"/>
                  </a:solidFill>
                </a:rPr>
                <a:t> object as an argument to the </a:t>
              </a:r>
              <a:r>
                <a:rPr lang="en-US" altLang="en-US" b="1">
                  <a:solidFill>
                    <a:srgbClr val="FF3300"/>
                  </a:solidFill>
                  <a:latin typeface="Courier New" panose="02070309020205020404" pitchFamily="49" charset="0"/>
                </a:rPr>
                <a:t>Scanner</a:t>
              </a:r>
              <a:r>
                <a:rPr lang="en-US" altLang="en-US" b="1">
                  <a:solidFill>
                    <a:srgbClr val="FF3300"/>
                  </a:solidFill>
                </a:rPr>
                <a:t> class constructor.</a:t>
              </a:r>
            </a:p>
          </p:txBody>
        </p:sp>
        <p:grpSp>
          <p:nvGrpSpPr>
            <p:cNvPr id="83976" name="Group 10">
              <a:extLst>
                <a:ext uri="{FF2B5EF4-FFF2-40B4-BE49-F238E27FC236}">
                  <a16:creationId xmlns:a16="http://schemas.microsoft.com/office/drawing/2014/main" id="{34C5B1B2-0262-E13A-B823-052F37D058F3}"/>
                </a:ext>
              </a:extLst>
            </p:cNvPr>
            <p:cNvGrpSpPr>
              <a:grpSpLocks/>
            </p:cNvGrpSpPr>
            <p:nvPr/>
          </p:nvGrpSpPr>
          <p:grpSpPr bwMode="auto">
            <a:xfrm>
              <a:off x="5257800" y="3048000"/>
              <a:ext cx="304800" cy="990600"/>
              <a:chOff x="3312" y="1920"/>
              <a:chExt cx="192" cy="624"/>
            </a:xfrm>
          </p:grpSpPr>
          <p:sp>
            <p:nvSpPr>
              <p:cNvPr id="83979" name="Line 8">
                <a:extLst>
                  <a:ext uri="{FF2B5EF4-FFF2-40B4-BE49-F238E27FC236}">
                    <a16:creationId xmlns:a16="http://schemas.microsoft.com/office/drawing/2014/main" id="{11E0E844-2702-0FF4-D4B9-7469D6D26050}"/>
                  </a:ext>
                </a:extLst>
              </p:cNvPr>
              <p:cNvSpPr>
                <a:spLocks noChangeShapeType="1"/>
              </p:cNvSpPr>
              <p:nvPr/>
            </p:nvSpPr>
            <p:spPr bwMode="auto">
              <a:xfrm flipH="1">
                <a:off x="3312" y="1920"/>
                <a:ext cx="192"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80" name="Line 9">
                <a:extLst>
                  <a:ext uri="{FF2B5EF4-FFF2-40B4-BE49-F238E27FC236}">
                    <a16:creationId xmlns:a16="http://schemas.microsoft.com/office/drawing/2014/main" id="{33391C90-4EE2-D514-1C0D-A438377B4F76}"/>
                  </a:ext>
                </a:extLst>
              </p:cNvPr>
              <p:cNvSpPr>
                <a:spLocks noChangeShapeType="1"/>
              </p:cNvSpPr>
              <p:nvPr/>
            </p:nvSpPr>
            <p:spPr bwMode="auto">
              <a:xfrm>
                <a:off x="3312" y="1920"/>
                <a:ext cx="0" cy="624"/>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83977" name="Line 11">
              <a:extLst>
                <a:ext uri="{FF2B5EF4-FFF2-40B4-BE49-F238E27FC236}">
                  <a16:creationId xmlns:a16="http://schemas.microsoft.com/office/drawing/2014/main" id="{A61086E7-2B50-491C-CD97-36A1B5516A77}"/>
                </a:ext>
              </a:extLst>
            </p:cNvPr>
            <p:cNvSpPr>
              <a:spLocks noChangeShapeType="1"/>
            </p:cNvSpPr>
            <p:nvPr/>
          </p:nvSpPr>
          <p:spPr bwMode="auto">
            <a:xfrm>
              <a:off x="4343400" y="5562600"/>
              <a:ext cx="167640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78" name="Line 12">
              <a:extLst>
                <a:ext uri="{FF2B5EF4-FFF2-40B4-BE49-F238E27FC236}">
                  <a16:creationId xmlns:a16="http://schemas.microsoft.com/office/drawing/2014/main" id="{90A41D0C-F5EC-724A-3532-8E2E7D81C5F0}"/>
                </a:ext>
              </a:extLst>
            </p:cNvPr>
            <p:cNvSpPr>
              <a:spLocks noChangeShapeType="1"/>
            </p:cNvSpPr>
            <p:nvPr/>
          </p:nvSpPr>
          <p:spPr bwMode="auto">
            <a:xfrm flipV="1">
              <a:off x="6019800" y="4724400"/>
              <a:ext cx="0" cy="8382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F2C48FC-7C0A-4884-2D22-0EDD22BEB324}"/>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Reading Data From a File (2 of 3)</a:t>
            </a:r>
          </a:p>
        </p:txBody>
      </p:sp>
      <p:sp>
        <p:nvSpPr>
          <p:cNvPr id="79876" name="Rectangle 3">
            <a:extLst>
              <a:ext uri="{FF2B5EF4-FFF2-40B4-BE49-F238E27FC236}">
                <a16:creationId xmlns:a16="http://schemas.microsoft.com/office/drawing/2014/main" id="{C4F0A979-A960-49F6-B27E-4DF41C94CFEA}"/>
              </a:ext>
            </a:extLst>
          </p:cNvPr>
          <p:cNvSpPr>
            <a:spLocks noGrp="1" noChangeArrowheads="1"/>
          </p:cNvSpPr>
          <p:nvPr>
            <p:ph type="body" idx="1"/>
          </p:nvPr>
        </p:nvSpPr>
        <p:spPr>
          <a:xfrm>
            <a:off x="474663" y="1600200"/>
            <a:ext cx="8229600" cy="4525963"/>
          </a:xfrm>
        </p:spPr>
        <p:txBody>
          <a:bodyPr/>
          <a:lstStyle/>
          <a:p>
            <a:pPr lvl="1" indent="-271463" eaLnBrk="1" hangingPunct="1">
              <a:buFontTx/>
              <a:buNone/>
              <a:defRPr/>
            </a:pPr>
            <a:r>
              <a:rPr lang="en-US" altLang="en-US" sz="1800" b="1" dirty="0">
                <a:latin typeface="Courier New" panose="02070309020205020404" pitchFamily="49" charset="0"/>
                <a:cs typeface="Times New Roman" panose="02020603050405020304" pitchFamily="18" charset="0"/>
              </a:rPr>
              <a:t>Scanner keyboard = new Scanner(System.in);</a:t>
            </a:r>
          </a:p>
          <a:p>
            <a:pPr lvl="1" indent="-271463" eaLnBrk="1" hangingPunct="1">
              <a:buFontTx/>
              <a:buNone/>
              <a:defRPr/>
            </a:pPr>
            <a:r>
              <a:rPr lang="en-US" altLang="en-US" sz="1800" b="1" dirty="0" err="1">
                <a:latin typeface="Courier New" panose="02070309020205020404" pitchFamily="49" charset="0"/>
                <a:cs typeface="Times New Roman" panose="02020603050405020304" pitchFamily="18" charset="0"/>
              </a:rPr>
              <a:t>System.out.print</a:t>
            </a:r>
            <a:r>
              <a:rPr lang="en-US" altLang="en-US" sz="1800" b="1" dirty="0">
                <a:latin typeface="Courier New" panose="02070309020205020404" pitchFamily="49" charset="0"/>
                <a:cs typeface="Times New Roman" panose="02020603050405020304" pitchFamily="18" charset="0"/>
              </a:rPr>
              <a:t>("Enter the filename: ");</a:t>
            </a:r>
          </a:p>
          <a:p>
            <a:pPr lvl="1" indent="-271463" eaLnBrk="1" hangingPunct="1">
              <a:buFontTx/>
              <a:buNone/>
              <a:defRPr/>
            </a:pPr>
            <a:r>
              <a:rPr lang="en-US" altLang="en-US" sz="1800" b="1" dirty="0">
                <a:latin typeface="Courier New" panose="02070309020205020404" pitchFamily="49" charset="0"/>
                <a:cs typeface="Times New Roman" panose="02020603050405020304" pitchFamily="18" charset="0"/>
              </a:rPr>
              <a:t>String filename = </a:t>
            </a:r>
            <a:r>
              <a:rPr lang="en-US" altLang="en-US" sz="1800" b="1" dirty="0" err="1">
                <a:latin typeface="Courier New" panose="02070309020205020404" pitchFamily="49" charset="0"/>
                <a:cs typeface="Times New Roman" panose="02020603050405020304" pitchFamily="18" charset="0"/>
              </a:rPr>
              <a:t>keyboard.nextLine</a:t>
            </a:r>
            <a:r>
              <a:rPr lang="en-US" altLang="en-US" sz="1800" b="1" dirty="0">
                <a:latin typeface="Courier New" panose="02070309020205020404" pitchFamily="49" charset="0"/>
                <a:cs typeface="Times New Roman" panose="02020603050405020304" pitchFamily="18" charset="0"/>
              </a:rPr>
              <a:t>();</a:t>
            </a:r>
          </a:p>
          <a:p>
            <a:pPr lvl="1" indent="-271463" eaLnBrk="1" hangingPunct="1">
              <a:buFontTx/>
              <a:buNone/>
              <a:defRPr/>
            </a:pPr>
            <a:r>
              <a:rPr lang="en-US" altLang="en-US" sz="1800" b="1" dirty="0">
                <a:latin typeface="Courier New" panose="02070309020205020404" pitchFamily="49" charset="0"/>
                <a:cs typeface="Times New Roman" panose="02020603050405020304" pitchFamily="18" charset="0"/>
              </a:rPr>
              <a:t>File </a:t>
            </a:r>
            <a:r>
              <a:rPr lang="en-US" altLang="en-US" sz="1800" b="1" dirty="0" err="1">
                <a:latin typeface="Courier New" panose="02070309020205020404" pitchFamily="49" charset="0"/>
                <a:cs typeface="Times New Roman" panose="02020603050405020304" pitchFamily="18" charset="0"/>
              </a:rPr>
              <a:t>file</a:t>
            </a:r>
            <a:r>
              <a:rPr lang="en-US" altLang="en-US" sz="1800" b="1" dirty="0">
                <a:latin typeface="Courier New" panose="02070309020205020404" pitchFamily="49" charset="0"/>
                <a:cs typeface="Times New Roman" panose="02020603050405020304" pitchFamily="18" charset="0"/>
              </a:rPr>
              <a:t> = new File(filename);</a:t>
            </a:r>
          </a:p>
          <a:p>
            <a:pPr lvl="1" indent="-271463" eaLnBrk="1" hangingPunct="1">
              <a:buFontTx/>
              <a:buNone/>
              <a:defRPr/>
            </a:pPr>
            <a:r>
              <a:rPr lang="en-US" altLang="en-US" sz="1800" b="1" dirty="0">
                <a:latin typeface="Courier New" panose="02070309020205020404" pitchFamily="49" charset="0"/>
                <a:cs typeface="Times New Roman" panose="02020603050405020304" pitchFamily="18" charset="0"/>
              </a:rPr>
              <a:t>Scanner </a:t>
            </a:r>
            <a:r>
              <a:rPr lang="en-US" altLang="en-US" sz="1800" b="1" dirty="0" err="1">
                <a:latin typeface="Courier New" panose="02070309020205020404" pitchFamily="49" charset="0"/>
                <a:cs typeface="Times New Roman" panose="02020603050405020304" pitchFamily="18" charset="0"/>
              </a:rPr>
              <a:t>inputFile</a:t>
            </a:r>
            <a:r>
              <a:rPr lang="en-US" altLang="en-US" sz="1800" b="1" dirty="0">
                <a:latin typeface="Courier New" panose="02070309020205020404" pitchFamily="49" charset="0"/>
                <a:cs typeface="Times New Roman" panose="02020603050405020304" pitchFamily="18" charset="0"/>
              </a:rPr>
              <a:t> = new Scanner(file);</a:t>
            </a:r>
            <a:br>
              <a:rPr lang="en-US" altLang="en-US" sz="2400" b="1" dirty="0">
                <a:latin typeface="Courier New" panose="02070309020205020404" pitchFamily="49" charset="0"/>
                <a:cs typeface="Times New Roman" panose="02020603050405020304" pitchFamily="18" charset="0"/>
              </a:rPr>
            </a:br>
            <a:endParaRPr lang="en-US" altLang="en-US" sz="2400" b="1" dirty="0">
              <a:latin typeface="Courier New" panose="02070309020205020404" pitchFamily="49" charset="0"/>
              <a:cs typeface="Times New Roman" panose="02020603050405020304" pitchFamily="18" charset="0"/>
            </a:endParaRPr>
          </a:p>
          <a:p>
            <a:pPr marL="488950" indent="-387350" eaLnBrk="1" hangingPunct="1">
              <a:defRPr/>
            </a:pPr>
            <a:r>
              <a:rPr lang="en-US" altLang="en-US" sz="2000" dirty="0"/>
              <a:t>The lines above:</a:t>
            </a:r>
          </a:p>
          <a:p>
            <a:pPr marL="868363" lvl="1" indent="-379413" eaLnBrk="1" hangingPunct="1">
              <a:defRPr/>
            </a:pPr>
            <a:r>
              <a:rPr lang="en-US" altLang="en-US" sz="1800" dirty="0"/>
              <a:t>Creates an instance of the </a:t>
            </a:r>
            <a:r>
              <a:rPr lang="en-US" altLang="en-US" sz="1800" dirty="0">
                <a:latin typeface="Courier New" panose="02070309020205020404" pitchFamily="49" charset="0"/>
              </a:rPr>
              <a:t>Scanner</a:t>
            </a:r>
            <a:r>
              <a:rPr lang="en-US" altLang="en-US" sz="1800" dirty="0"/>
              <a:t> class to read from the keyboard</a:t>
            </a:r>
          </a:p>
          <a:p>
            <a:pPr marL="868363" lvl="1" indent="-379413" eaLnBrk="1" hangingPunct="1">
              <a:defRPr/>
            </a:pPr>
            <a:r>
              <a:rPr lang="en-US" altLang="en-US" sz="1800" dirty="0"/>
              <a:t>Prompt the user for a filename</a:t>
            </a:r>
          </a:p>
          <a:p>
            <a:pPr marL="868363" lvl="1" indent="-379413" eaLnBrk="1" hangingPunct="1">
              <a:defRPr/>
            </a:pPr>
            <a:r>
              <a:rPr lang="en-US" altLang="en-US" sz="1800" dirty="0"/>
              <a:t>Get the filename from the user</a:t>
            </a:r>
          </a:p>
          <a:p>
            <a:pPr marL="868363" lvl="1" indent="-379413" eaLnBrk="1" hangingPunct="1">
              <a:defRPr/>
            </a:pPr>
            <a:r>
              <a:rPr lang="en-US" altLang="en-US" sz="1800" dirty="0"/>
              <a:t>Create an instance of the </a:t>
            </a:r>
            <a:r>
              <a:rPr lang="en-US" altLang="en-US" sz="1800" dirty="0">
                <a:latin typeface="Courier New" panose="02070309020205020404" pitchFamily="49" charset="0"/>
              </a:rPr>
              <a:t>File</a:t>
            </a:r>
            <a:r>
              <a:rPr lang="en-US" altLang="en-US" sz="1800" dirty="0"/>
              <a:t> class to represent the file</a:t>
            </a:r>
          </a:p>
          <a:p>
            <a:pPr marL="868363" lvl="1" indent="-379413" eaLnBrk="1" hangingPunct="1">
              <a:defRPr/>
            </a:pPr>
            <a:r>
              <a:rPr lang="en-US" altLang="en-US" sz="1800" dirty="0"/>
              <a:t>Create an instance of the </a:t>
            </a:r>
            <a:r>
              <a:rPr lang="en-US" altLang="en-US" sz="1800" dirty="0">
                <a:latin typeface="Courier New" panose="02070309020205020404" pitchFamily="49" charset="0"/>
              </a:rPr>
              <a:t>Scanner</a:t>
            </a:r>
            <a:r>
              <a:rPr lang="en-US" altLang="en-US" sz="1800" dirty="0"/>
              <a:t> class that reads from the file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B5F98C5-41EA-BC60-73B2-B7DD0163F2C0}"/>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Reading Data From a File (3 of 3)</a:t>
            </a:r>
          </a:p>
        </p:txBody>
      </p:sp>
      <p:sp>
        <p:nvSpPr>
          <p:cNvPr id="88067" name="Rectangle 3">
            <a:extLst>
              <a:ext uri="{FF2B5EF4-FFF2-40B4-BE49-F238E27FC236}">
                <a16:creationId xmlns:a16="http://schemas.microsoft.com/office/drawing/2014/main" id="{9775D5AE-ACB1-D59A-E17D-B74CF0A96C2A}"/>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Once an instance of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Scanner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is created, data can be read using the same methods that you have used to read keyboard input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nextLine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nextInt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nextDouble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etc).</a:t>
            </a:r>
          </a:p>
        </p:txBody>
      </p:sp>
      <p:sp>
        <p:nvSpPr>
          <p:cNvPr id="88068" name="Text Box 4">
            <a:extLst>
              <a:ext uri="{FF2B5EF4-FFF2-40B4-BE49-F238E27FC236}">
                <a16:creationId xmlns:a16="http://schemas.microsoft.com/office/drawing/2014/main" id="{150F7DE6-54D3-C800-7235-E754A4FDF8C3}"/>
              </a:ext>
            </a:extLst>
          </p:cNvPr>
          <p:cNvSpPr txBox="1">
            <a:spLocks noChangeArrowheads="1"/>
          </p:cNvSpPr>
          <p:nvPr/>
        </p:nvSpPr>
        <p:spPr bwMode="auto">
          <a:xfrm>
            <a:off x="847725" y="3544888"/>
            <a:ext cx="76962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a:solidFill>
                  <a:schemeClr val="tx1"/>
                </a:solidFill>
                <a:latin typeface="Times New Roman" panose="02020603050405020304" pitchFamily="18" charset="0"/>
                <a:cs typeface="Arial" panose="020B0604020202020204" pitchFamily="34" charset="0"/>
              </a:defRPr>
            </a:lvl1pPr>
            <a:lvl2pPr>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lvl="1" eaLnBrk="1" hangingPunct="1"/>
            <a:r>
              <a:rPr lang="en-US" altLang="en-US">
                <a:latin typeface="Courier New" panose="02070309020205020404" pitchFamily="49" charset="0"/>
              </a:rPr>
              <a:t>// Open the file.</a:t>
            </a:r>
          </a:p>
          <a:p>
            <a:pPr lvl="1" eaLnBrk="1" hangingPunct="1"/>
            <a:r>
              <a:rPr lang="en-US" altLang="en-US">
                <a:latin typeface="Courier New" panose="02070309020205020404" pitchFamily="49" charset="0"/>
              </a:rPr>
              <a:t>File file = new File("Names.txt");</a:t>
            </a:r>
          </a:p>
          <a:p>
            <a:pPr lvl="1" eaLnBrk="1" hangingPunct="1"/>
            <a:r>
              <a:rPr lang="en-US" altLang="en-US">
                <a:latin typeface="Courier New" panose="02070309020205020404" pitchFamily="49" charset="0"/>
              </a:rPr>
              <a:t>Scanner inputFile = new Scanner(file);</a:t>
            </a:r>
          </a:p>
          <a:p>
            <a:pPr lvl="1" eaLnBrk="1" hangingPunct="1"/>
            <a:r>
              <a:rPr lang="en-US" altLang="en-US">
                <a:latin typeface="Courier New" panose="02070309020205020404" pitchFamily="49" charset="0"/>
              </a:rPr>
              <a:t>// Read a line from the file.</a:t>
            </a:r>
          </a:p>
          <a:p>
            <a:pPr lvl="1" eaLnBrk="1" hangingPunct="1"/>
            <a:r>
              <a:rPr lang="en-US" altLang="en-US">
                <a:latin typeface="Courier New" panose="02070309020205020404" pitchFamily="49" charset="0"/>
              </a:rPr>
              <a:t>String str = inputFile.nextLine();</a:t>
            </a:r>
          </a:p>
          <a:p>
            <a:pPr lvl="1" eaLnBrk="1" hangingPunct="1"/>
            <a:r>
              <a:rPr lang="en-US" altLang="en-US">
                <a:latin typeface="Courier New" panose="02070309020205020404" pitchFamily="49" charset="0"/>
              </a:rPr>
              <a:t>// Close the file.</a:t>
            </a:r>
          </a:p>
          <a:p>
            <a:pPr lvl="1" eaLnBrk="1" hangingPunct="1"/>
            <a:r>
              <a:rPr lang="en-US" altLang="en-US">
                <a:latin typeface="Courier New" panose="02070309020205020404" pitchFamily="49" charset="0"/>
              </a:rPr>
              <a:t>inputFile.close();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754B9F1A-0283-7088-5BAF-A16856604B0C}"/>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Exceptions</a:t>
            </a:r>
          </a:p>
        </p:txBody>
      </p:sp>
      <p:sp>
        <p:nvSpPr>
          <p:cNvPr id="90115" name="Rectangle 3">
            <a:extLst>
              <a:ext uri="{FF2B5EF4-FFF2-40B4-BE49-F238E27FC236}">
                <a16:creationId xmlns:a16="http://schemas.microsoft.com/office/drawing/2014/main" id="{473347DF-F325-BAC2-24C6-EAF4C1A4661D}"/>
              </a:ext>
            </a:extLst>
          </p:cNvPr>
          <p:cNvSpPr txBox="1">
            <a:spLocks noGrp="1"/>
          </p:cNvSpPr>
          <p:nvPr>
            <p:ph type="body" idx="1"/>
          </p:nvPr>
        </p:nvSpPr>
        <p:spPr>
          <a:xfrm>
            <a:off x="466725" y="159067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Scanner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can throw an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IOException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when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File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object is passed to its constructor.</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So, we put a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throws IOException</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clause in the header of the method that instantiates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Scanner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See 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ReadFirstLine.java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6F60F64-FAD0-076A-156A-9606D20A4AFA}"/>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Detecting The End of a File</a:t>
            </a:r>
          </a:p>
        </p:txBody>
      </p:sp>
      <p:sp>
        <p:nvSpPr>
          <p:cNvPr id="86020" name="Rectangle 3">
            <a:extLst>
              <a:ext uri="{FF2B5EF4-FFF2-40B4-BE49-F238E27FC236}">
                <a16:creationId xmlns:a16="http://schemas.microsoft.com/office/drawing/2014/main" id="{3F9EE191-5083-4516-82E5-1E1B82B92C7E}"/>
              </a:ext>
            </a:extLst>
          </p:cNvPr>
          <p:cNvSpPr>
            <a:spLocks noGrp="1" noChangeArrowheads="1"/>
          </p:cNvSpPr>
          <p:nvPr>
            <p:ph type="body" idx="1"/>
          </p:nvPr>
        </p:nvSpPr>
        <p:spPr>
          <a:xfrm>
            <a:off x="466725" y="1663700"/>
            <a:ext cx="8229600" cy="4525963"/>
          </a:xfrm>
        </p:spPr>
        <p:txBody>
          <a:bodyPr/>
          <a:lstStyle/>
          <a:p>
            <a:pPr marL="488950" indent="-387350" eaLnBrk="1" hangingPunct="1">
              <a:lnSpc>
                <a:spcPct val="80000"/>
              </a:lnSpc>
              <a:defRPr/>
            </a:pPr>
            <a:r>
              <a:rPr lang="en-US" altLang="en-US" sz="2800" dirty="0"/>
              <a:t>The </a:t>
            </a:r>
            <a:r>
              <a:rPr lang="en-US" altLang="en-US" sz="2800" dirty="0">
                <a:latin typeface="Courier New" panose="02070309020205020404" pitchFamily="49" charset="0"/>
              </a:rPr>
              <a:t>Scanner</a:t>
            </a:r>
            <a:r>
              <a:rPr lang="en-US" altLang="en-US" sz="2800" dirty="0"/>
              <a:t> class’s </a:t>
            </a:r>
            <a:r>
              <a:rPr lang="en-US" altLang="en-US" sz="2800" dirty="0" err="1">
                <a:latin typeface="Courier New" panose="02070309020205020404" pitchFamily="49" charset="0"/>
              </a:rPr>
              <a:t>hasNext</a:t>
            </a:r>
            <a:r>
              <a:rPr lang="en-US" altLang="en-US" sz="2800" dirty="0">
                <a:latin typeface="Courier New" panose="02070309020205020404" pitchFamily="49" charset="0"/>
              </a:rPr>
              <a:t>()</a:t>
            </a:r>
            <a:r>
              <a:rPr lang="en-US" altLang="en-US" sz="2800" dirty="0"/>
              <a:t> method will return true if another item can be read from the file.</a:t>
            </a:r>
          </a:p>
          <a:p>
            <a:pPr lvl="1" indent="117475" eaLnBrk="1" hangingPunct="1">
              <a:lnSpc>
                <a:spcPct val="80000"/>
              </a:lnSpc>
              <a:buFontTx/>
              <a:buNone/>
              <a:defRPr/>
            </a:pPr>
            <a:r>
              <a:rPr lang="en-US" altLang="en-US" sz="2000" b="1" dirty="0">
                <a:latin typeface="Courier New" panose="02070309020205020404" pitchFamily="49" charset="0"/>
              </a:rPr>
              <a:t>// Open the file.</a:t>
            </a:r>
          </a:p>
          <a:p>
            <a:pPr lvl="1" indent="117475" eaLnBrk="1" hangingPunct="1">
              <a:lnSpc>
                <a:spcPct val="80000"/>
              </a:lnSpc>
              <a:buFontTx/>
              <a:buNone/>
              <a:defRPr/>
            </a:pPr>
            <a:r>
              <a:rPr lang="en-US" altLang="en-US" sz="2000" b="1" dirty="0">
                <a:latin typeface="Courier New" panose="02070309020205020404" pitchFamily="49" charset="0"/>
              </a:rPr>
              <a:t>File </a:t>
            </a:r>
            <a:r>
              <a:rPr lang="en-US" altLang="en-US" sz="2000" b="1" dirty="0" err="1">
                <a:latin typeface="Courier New" panose="02070309020205020404" pitchFamily="49" charset="0"/>
              </a:rPr>
              <a:t>file</a:t>
            </a:r>
            <a:r>
              <a:rPr lang="en-US" altLang="en-US" sz="2000" b="1" dirty="0">
                <a:latin typeface="Courier New" panose="02070309020205020404" pitchFamily="49" charset="0"/>
              </a:rPr>
              <a:t> = new File(filename);</a:t>
            </a:r>
          </a:p>
          <a:p>
            <a:pPr lvl="1" indent="117475" eaLnBrk="1" hangingPunct="1">
              <a:lnSpc>
                <a:spcPct val="80000"/>
              </a:lnSpc>
              <a:buFontTx/>
              <a:buNone/>
              <a:defRPr/>
            </a:pPr>
            <a:r>
              <a:rPr lang="en-US" altLang="en-US" sz="2000" b="1" dirty="0">
                <a:latin typeface="Courier New" panose="02070309020205020404" pitchFamily="49" charset="0"/>
              </a:rPr>
              <a:t>Scanner </a:t>
            </a:r>
            <a:r>
              <a:rPr lang="en-US" altLang="en-US" sz="2000" b="1" dirty="0" err="1">
                <a:latin typeface="Courier New" panose="02070309020205020404" pitchFamily="49" charset="0"/>
              </a:rPr>
              <a:t>inputFile</a:t>
            </a:r>
            <a:r>
              <a:rPr lang="en-US" altLang="en-US" sz="2000" b="1" dirty="0">
                <a:latin typeface="Courier New" panose="02070309020205020404" pitchFamily="49" charset="0"/>
              </a:rPr>
              <a:t> = new Scanner(file);</a:t>
            </a:r>
          </a:p>
          <a:p>
            <a:pPr lvl="1" indent="117475" eaLnBrk="1" hangingPunct="1">
              <a:lnSpc>
                <a:spcPct val="80000"/>
              </a:lnSpc>
              <a:buFontTx/>
              <a:buNone/>
              <a:defRPr/>
            </a:pPr>
            <a:r>
              <a:rPr lang="en-US" altLang="en-US" sz="2000" b="1" dirty="0">
                <a:latin typeface="Courier New" panose="02070309020205020404" pitchFamily="49" charset="0"/>
              </a:rPr>
              <a:t>// Read until the end of the file.</a:t>
            </a:r>
          </a:p>
          <a:p>
            <a:pPr lvl="1" indent="117475" eaLnBrk="1" hangingPunct="1">
              <a:lnSpc>
                <a:spcPct val="80000"/>
              </a:lnSpc>
              <a:buFontTx/>
              <a:buNone/>
              <a:defRPr/>
            </a:pPr>
            <a:r>
              <a:rPr lang="en-US" altLang="en-US" sz="2000" b="1" dirty="0">
                <a:latin typeface="Courier New" panose="02070309020205020404" pitchFamily="49" charset="0"/>
              </a:rPr>
              <a:t>while (</a:t>
            </a:r>
            <a:r>
              <a:rPr lang="en-US" altLang="en-US" sz="2000" b="1" dirty="0" err="1">
                <a:solidFill>
                  <a:srgbClr val="FF3300"/>
                </a:solidFill>
                <a:latin typeface="Courier New" panose="02070309020205020404" pitchFamily="49" charset="0"/>
              </a:rPr>
              <a:t>inputFile.hasNext</a:t>
            </a:r>
            <a:r>
              <a:rPr lang="en-US" altLang="en-US" sz="2000" b="1" dirty="0">
                <a:solidFill>
                  <a:srgbClr val="FF3300"/>
                </a:solidFill>
                <a:latin typeface="Courier New" panose="02070309020205020404" pitchFamily="49" charset="0"/>
              </a:rPr>
              <a:t>()</a:t>
            </a:r>
            <a:r>
              <a:rPr lang="en-US" altLang="en-US" sz="2000" b="1" dirty="0">
                <a:latin typeface="Courier New" panose="02070309020205020404" pitchFamily="49" charset="0"/>
              </a:rPr>
              <a:t>)</a:t>
            </a:r>
          </a:p>
          <a:p>
            <a:pPr lvl="1" indent="117475" eaLnBrk="1" hangingPunct="1">
              <a:lnSpc>
                <a:spcPct val="80000"/>
              </a:lnSpc>
              <a:buFontTx/>
              <a:buNone/>
              <a:defRPr/>
            </a:pPr>
            <a:r>
              <a:rPr lang="en-US" altLang="en-US" sz="2000" b="1" dirty="0">
                <a:latin typeface="Courier New" panose="02070309020205020404" pitchFamily="49" charset="0"/>
              </a:rPr>
              <a:t>{</a:t>
            </a:r>
          </a:p>
          <a:p>
            <a:pPr lvl="1" indent="117475" eaLnBrk="1" hangingPunct="1">
              <a:lnSpc>
                <a:spcPct val="80000"/>
              </a:lnSpc>
              <a:buFontTx/>
              <a:buNone/>
              <a:defRPr/>
            </a:pPr>
            <a:r>
              <a:rPr lang="en-US" altLang="en-US" sz="2000" b="1" dirty="0">
                <a:latin typeface="Courier New" panose="02070309020205020404" pitchFamily="49" charset="0"/>
              </a:rPr>
              <a:t>   String </a:t>
            </a:r>
            <a:r>
              <a:rPr lang="en-US" altLang="en-US" sz="2000" b="1" dirty="0" err="1">
                <a:latin typeface="Courier New" panose="02070309020205020404" pitchFamily="49" charset="0"/>
              </a:rPr>
              <a:t>str</a:t>
            </a:r>
            <a:r>
              <a:rPr lang="en-US" altLang="en-US" sz="2000" b="1" dirty="0">
                <a:latin typeface="Courier New" panose="02070309020205020404" pitchFamily="49" charset="0"/>
              </a:rPr>
              <a:t> = </a:t>
            </a:r>
            <a:r>
              <a:rPr lang="en-US" altLang="en-US" sz="2000" b="1" dirty="0" err="1">
                <a:latin typeface="Courier New" panose="02070309020205020404" pitchFamily="49" charset="0"/>
              </a:rPr>
              <a:t>inputFile.nextLine</a:t>
            </a:r>
            <a:r>
              <a:rPr lang="en-US" altLang="en-US" sz="2000" b="1" dirty="0">
                <a:latin typeface="Courier New" panose="02070309020205020404" pitchFamily="49" charset="0"/>
              </a:rPr>
              <a:t>();</a:t>
            </a:r>
          </a:p>
          <a:p>
            <a:pPr lvl="1" indent="117475" eaLnBrk="1" hangingPunct="1">
              <a:lnSpc>
                <a:spcPct val="80000"/>
              </a:lnSpc>
              <a:buFontTx/>
              <a:buNone/>
              <a:defRPr/>
            </a:pPr>
            <a:r>
              <a:rPr lang="en-US" altLang="en-US" sz="2000" b="1" dirty="0">
                <a:latin typeface="Courier New" panose="02070309020205020404" pitchFamily="49" charset="0"/>
              </a:rPr>
              <a:t>   </a:t>
            </a:r>
            <a:r>
              <a:rPr lang="en-US" altLang="en-US" sz="2000" b="1" dirty="0" err="1">
                <a:latin typeface="Courier New" panose="02070309020205020404" pitchFamily="49" charset="0"/>
              </a:rPr>
              <a:t>System.out.println</a:t>
            </a:r>
            <a:r>
              <a:rPr lang="en-US" altLang="en-US" sz="2000" b="1" dirty="0">
                <a:latin typeface="Courier New" panose="02070309020205020404" pitchFamily="49" charset="0"/>
              </a:rPr>
              <a:t>(</a:t>
            </a:r>
            <a:r>
              <a:rPr lang="en-US" altLang="en-US" sz="2000" b="1" dirty="0" err="1">
                <a:latin typeface="Courier New" panose="02070309020205020404" pitchFamily="49" charset="0"/>
              </a:rPr>
              <a:t>str</a:t>
            </a:r>
            <a:r>
              <a:rPr lang="en-US" altLang="en-US" sz="2000" b="1" dirty="0">
                <a:latin typeface="Courier New" panose="02070309020205020404" pitchFamily="49" charset="0"/>
              </a:rPr>
              <a:t>);</a:t>
            </a:r>
          </a:p>
          <a:p>
            <a:pPr lvl="1" indent="117475" eaLnBrk="1" hangingPunct="1">
              <a:lnSpc>
                <a:spcPct val="80000"/>
              </a:lnSpc>
              <a:buFontTx/>
              <a:buNone/>
              <a:defRPr/>
            </a:pPr>
            <a:r>
              <a:rPr lang="en-US" altLang="en-US" sz="2000" b="1" dirty="0">
                <a:latin typeface="Courier New" panose="02070309020205020404" pitchFamily="49" charset="0"/>
              </a:rPr>
              <a:t>}</a:t>
            </a:r>
          </a:p>
          <a:p>
            <a:pPr marL="479425" lvl="1" indent="0" eaLnBrk="1" hangingPunct="1">
              <a:lnSpc>
                <a:spcPct val="80000"/>
              </a:lnSpc>
              <a:buFontTx/>
              <a:buNone/>
              <a:defRPr/>
            </a:pPr>
            <a:r>
              <a:rPr lang="en-US" altLang="en-US" sz="2800" b="1" dirty="0" err="1">
                <a:solidFill>
                  <a:srgbClr val="FF3300"/>
                </a:solidFill>
                <a:latin typeface="Courier New" panose="02070309020205020404" pitchFamily="49" charset="0"/>
              </a:rPr>
              <a:t>inputFile.close</a:t>
            </a:r>
            <a:r>
              <a:rPr lang="en-US" altLang="en-US" sz="2800" b="1" dirty="0">
                <a:solidFill>
                  <a:srgbClr val="FF3300"/>
                </a:solidFill>
                <a:latin typeface="Courier New" panose="02070309020205020404" pitchFamily="49" charset="0"/>
              </a:rPr>
              <a:t>();// close the file when done.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CECB36A-D1BE-62EE-108F-5B1C6B94E873}"/>
              </a:ext>
            </a:extLst>
          </p:cNvPr>
          <p:cNvSpPr txBox="1">
            <a:spLocks noGrp="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Detecting the End  of a File</a:t>
            </a:r>
          </a:p>
        </p:txBody>
      </p:sp>
      <p:sp>
        <p:nvSpPr>
          <p:cNvPr id="94211" name="Rectangle 3">
            <a:extLst>
              <a:ext uri="{FF2B5EF4-FFF2-40B4-BE49-F238E27FC236}">
                <a16:creationId xmlns:a16="http://schemas.microsoft.com/office/drawing/2014/main" id="{CE22BD08-F0E8-48A5-AB24-395D7DB0802E}"/>
              </a:ext>
            </a:extLst>
          </p:cNvPr>
          <p:cNvSpPr txBox="1">
            <a:spLocks noGrp="1"/>
          </p:cNvSpPr>
          <p:nvPr>
            <p:ph type="body" idx="1"/>
          </p:nvPr>
        </p:nvSpPr>
        <p:spPr>
          <a:xfrm>
            <a:off x="466725" y="157321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See 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FileReadDemo.java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AA16F127-7E30-28AB-865D-BEA85AFB996C}"/>
              </a:ext>
            </a:extLst>
          </p:cNvPr>
          <p:cNvSpPr txBox="1">
            <a:spLocks noGrp="1"/>
          </p:cNvSpPr>
          <p:nvPr>
            <p:ph type="title"/>
          </p:nvPr>
        </p:nvSpPr>
        <p:spPr>
          <a:xfrm>
            <a:off x="457200" y="250825"/>
            <a:ext cx="8229600" cy="1098550"/>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Generating Random Numbers with 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Random</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a:t>
            </a:r>
          </a:p>
        </p:txBody>
      </p:sp>
      <p:sp>
        <p:nvSpPr>
          <p:cNvPr id="90116" name="Rectangle 3">
            <a:extLst>
              <a:ext uri="{FF2B5EF4-FFF2-40B4-BE49-F238E27FC236}">
                <a16:creationId xmlns:a16="http://schemas.microsoft.com/office/drawing/2014/main" id="{CE970743-01A0-417F-AE8A-2F8A561F620D}"/>
              </a:ext>
            </a:extLst>
          </p:cNvPr>
          <p:cNvSpPr>
            <a:spLocks noGrp="1" noChangeArrowheads="1"/>
          </p:cNvSpPr>
          <p:nvPr>
            <p:ph type="body" idx="1"/>
          </p:nvPr>
        </p:nvSpPr>
        <p:spPr>
          <a:xfrm>
            <a:off x="466725" y="1573213"/>
            <a:ext cx="8229600" cy="4525962"/>
          </a:xfrm>
        </p:spPr>
        <p:txBody>
          <a:bodyPr/>
          <a:lstStyle/>
          <a:p>
            <a:pPr marL="488950" indent="-387350" eaLnBrk="1" hangingPunct="1">
              <a:defRPr/>
            </a:pPr>
            <a:r>
              <a:rPr lang="en-US" altLang="en-US" sz="2800" dirty="0"/>
              <a:t>Some applications, such as games and simulations, require the use of randomly generated numbers.  </a:t>
            </a:r>
          </a:p>
          <a:p>
            <a:pPr marL="488950" indent="-387350" eaLnBrk="1" hangingPunct="1">
              <a:defRPr/>
            </a:pPr>
            <a:r>
              <a:rPr lang="en-US" altLang="en-US" sz="2800" dirty="0"/>
              <a:t>The Java API has a class, </a:t>
            </a:r>
            <a:r>
              <a:rPr lang="en-US" altLang="en-US" sz="2800" dirty="0">
                <a:latin typeface="Courier New" panose="02070309020205020404" pitchFamily="49" charset="0"/>
              </a:rPr>
              <a:t>Random</a:t>
            </a:r>
            <a:r>
              <a:rPr lang="en-US" altLang="en-US" sz="2800" dirty="0"/>
              <a:t>, for this purpose. To use the </a:t>
            </a:r>
            <a:r>
              <a:rPr lang="en-US" altLang="en-US" sz="2800" dirty="0">
                <a:latin typeface="Courier New" panose="02070309020205020404" pitchFamily="49" charset="0"/>
              </a:rPr>
              <a:t>Random</a:t>
            </a:r>
            <a:r>
              <a:rPr lang="en-US" altLang="en-US" sz="2800" dirty="0"/>
              <a:t> class, use the following </a:t>
            </a:r>
            <a:r>
              <a:rPr lang="en-US" altLang="en-US" sz="2800" dirty="0">
                <a:latin typeface="Courier New" panose="02070309020205020404" pitchFamily="49" charset="0"/>
              </a:rPr>
              <a:t>import</a:t>
            </a:r>
            <a:r>
              <a:rPr lang="en-US" altLang="en-US" sz="2800" dirty="0"/>
              <a:t> statement and create an instance of the class.</a:t>
            </a:r>
          </a:p>
          <a:p>
            <a:pPr lvl="1" indent="117475" eaLnBrk="1" hangingPunct="1">
              <a:buFontTx/>
              <a:buNone/>
              <a:defRPr/>
            </a:pPr>
            <a:r>
              <a:rPr lang="en-US" altLang="en-US" sz="2400" b="1" dirty="0">
                <a:latin typeface="Courier New" panose="02070309020205020404" pitchFamily="49" charset="0"/>
              </a:rPr>
              <a:t>import </a:t>
            </a:r>
            <a:r>
              <a:rPr lang="en-US" altLang="en-US" sz="2400" b="1" dirty="0" err="1">
                <a:latin typeface="Courier New" panose="02070309020205020404" pitchFamily="49" charset="0"/>
              </a:rPr>
              <a:t>java.util.Random</a:t>
            </a:r>
            <a:r>
              <a:rPr lang="en-US" altLang="en-US" sz="2400" b="1" dirty="0">
                <a:latin typeface="Courier New" panose="02070309020205020404" pitchFamily="49" charset="0"/>
              </a:rPr>
              <a:t>;</a:t>
            </a:r>
          </a:p>
          <a:p>
            <a:pPr lvl="1" indent="117475" eaLnBrk="1" hangingPunct="1">
              <a:buFontTx/>
              <a:buNone/>
              <a:defRPr/>
            </a:pPr>
            <a:r>
              <a:rPr lang="en-US" altLang="en-US" sz="2400" b="1" dirty="0">
                <a:latin typeface="Courier New" panose="02070309020205020404" pitchFamily="49" charset="0"/>
              </a:rPr>
              <a:t>Random </a:t>
            </a:r>
            <a:r>
              <a:rPr lang="en-US" altLang="en-US" sz="2400" b="1" dirty="0" err="1">
                <a:latin typeface="Courier New" panose="02070309020205020404" pitchFamily="49" charset="0"/>
              </a:rPr>
              <a:t>randomNumbers</a:t>
            </a:r>
            <a:r>
              <a:rPr lang="en-US" altLang="en-US" sz="2400" b="1" dirty="0">
                <a:latin typeface="Courier New" panose="02070309020205020404" pitchFamily="49" charset="0"/>
              </a:rPr>
              <a:t> = new Random();</a:t>
            </a:r>
          </a:p>
          <a:p>
            <a:pPr lvl="1" eaLnBrk="1" hangingPunct="1">
              <a:defRPr/>
            </a:pPr>
            <a:endParaRPr lang="en-US" altLang="en-US" sz="2400" dirty="0">
              <a:latin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4463D580-3E47-1974-F1D3-B16E3353DEBC}"/>
              </a:ext>
            </a:extLst>
          </p:cNvPr>
          <p:cNvSpPr txBox="1">
            <a:spLocks noGrp="1"/>
          </p:cNvSpPr>
          <p:nvPr>
            <p:ph type="title"/>
          </p:nvPr>
        </p:nvSpPr>
        <p:spPr>
          <a:xfrm>
            <a:off x="457200" y="250825"/>
            <a:ext cx="8229600" cy="1098550"/>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Some Methods of the </a:t>
            </a:r>
            <a:br>
              <a:rPr lang="en-US" altLang="en-US">
                <a:latin typeface="Times New Roman" panose="02020603050405020304" pitchFamily="18" charset="0"/>
                <a:cs typeface="Times New Roman" panose="02020603050405020304" pitchFamily="18" charset="0"/>
                <a:sym typeface="Times New Roman" panose="02020603050405020304" pitchFamily="18" charset="0"/>
              </a:rPr>
            </a:br>
            <a:r>
              <a:rPr lang="en-US" altLang="en-US">
                <a:latin typeface="Courier New" panose="02070309020205020404" pitchFamily="49" charset="0"/>
                <a:cs typeface="Times New Roman" panose="02020603050405020304" pitchFamily="18" charset="0"/>
                <a:sym typeface="Times New Roman" panose="02020603050405020304" pitchFamily="18" charset="0"/>
              </a:rPr>
              <a:t>Random</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a:t>
            </a:r>
          </a:p>
        </p:txBody>
      </p:sp>
      <p:sp>
        <p:nvSpPr>
          <p:cNvPr id="98307" name="Text Box 23">
            <a:extLst>
              <a:ext uri="{FF2B5EF4-FFF2-40B4-BE49-F238E27FC236}">
                <a16:creationId xmlns:a16="http://schemas.microsoft.com/office/drawing/2014/main" id="{A4F9351F-9ACD-D4A9-7F4C-16CCED671A08}"/>
              </a:ext>
            </a:extLst>
          </p:cNvPr>
          <p:cNvSpPr txBox="1">
            <a:spLocks noChangeArrowheads="1"/>
          </p:cNvSpPr>
          <p:nvPr/>
        </p:nvSpPr>
        <p:spPr bwMode="auto">
          <a:xfrm>
            <a:off x="592138" y="5840413"/>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en-US" sz="2400"/>
              <a:t>See example:  </a:t>
            </a:r>
            <a:r>
              <a:rPr lang="en-US" altLang="en-US" sz="2400">
                <a:solidFill>
                  <a:srgbClr val="002060"/>
                </a:solidFill>
                <a:hlinkClick r:id="rId3" action="ppaction://hlinkfile"/>
              </a:rPr>
              <a:t>RollDice.java</a:t>
            </a:r>
            <a:endParaRPr lang="en-US" altLang="en-US" sz="2400">
              <a:solidFill>
                <a:srgbClr val="002060"/>
              </a:solidFill>
            </a:endParaRPr>
          </a:p>
        </p:txBody>
      </p:sp>
      <p:graphicFrame>
        <p:nvGraphicFramePr>
          <p:cNvPr id="6" name="Group 3" descr="The table reads as follows. Row 1. Method, next Double left parenthesis right parenthesis. Description, Returns the next random number as a double. The number will be within the range of 0.0 through 1.0. Row 2. Method, next Float left parenthesis right parenthesis. Description, Returns the next random number as a float. The number will be within the range of 0.0 through 1.0. Row 3. Method, next I n t left parenthesis right parenthesis. Description, Returns the next random number as an i n t. The number will be within the range of an i n t, which is negative 2,147,483,638 to + 2,147,483,648. Row 4. Method, next I n t left parenthesis int n right parenthesis. Description, this method accepts an integer argument, n. It returns a random number as an int. The number will be within the range of 0 through n. Row 5. Method, next Long right parenthesis left parenthesis. Description, Returns the next random number as a long. The number will be within the range of a long, which is negative 9.223.372.036,854,775,808 to + 9,223,372,036,854,775,808." title="A table describes 5 of the Random class’s methods. ">
            <a:extLst>
              <a:ext uri="{FF2B5EF4-FFF2-40B4-BE49-F238E27FC236}">
                <a16:creationId xmlns:a16="http://schemas.microsoft.com/office/drawing/2014/main" id="{0C929FB7-8494-4773-840F-E54DBF15DCF2}"/>
              </a:ext>
            </a:extLst>
          </p:cNvPr>
          <p:cNvGraphicFramePr>
            <a:graphicFrameLocks noGrp="1"/>
          </p:cNvGraphicFramePr>
          <p:nvPr/>
        </p:nvGraphicFramePr>
        <p:xfrm>
          <a:off x="533400" y="1554163"/>
          <a:ext cx="8001000" cy="4191000"/>
        </p:xfrm>
        <a:graphic>
          <a:graphicData uri="http://schemas.openxmlformats.org/drawingml/2006/table">
            <a:tbl>
              <a:tblPr/>
              <a:tblGrid>
                <a:gridCol w="21336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78740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2400" b="0" i="0" u="none" strike="noStrike" cap="none" normalizeH="0" baseline="0" dirty="0">
                          <a:ln>
                            <a:noFill/>
                          </a:ln>
                          <a:solidFill>
                            <a:srgbClr val="002060"/>
                          </a:solidFill>
                          <a:effectLst/>
                          <a:latin typeface="Times New Roman" pitchFamily="18" charset="0"/>
                          <a:cs typeface="Arial" charset="0"/>
                        </a:rPr>
                        <a:t>Method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2400" b="0" i="0" u="none" strike="noStrike" cap="none" normalizeH="0" baseline="0" dirty="0">
                          <a:ln>
                            <a:noFill/>
                          </a:ln>
                          <a:solidFill>
                            <a:srgbClr val="002060"/>
                          </a:solidFill>
                          <a:effectLst/>
                          <a:latin typeface="Times New Roman" pitchFamily="18" charset="0"/>
                          <a:cs typeface="Arial" charset="0"/>
                        </a:rPr>
                        <a:t>Description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extLst>
                  <a:ext uri="{0D108BD9-81ED-4DB2-BD59-A6C34878D82A}">
                    <a16:rowId xmlns:a16="http://schemas.microsoft.com/office/drawing/2014/main" val="10000"/>
                  </a:ext>
                </a:extLst>
              </a:tr>
              <a:tr h="78740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Courier New" pitchFamily="49" charset="0"/>
                          <a:cs typeface="Arial" charset="0"/>
                        </a:rPr>
                        <a:t>nextDouble()</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Times New Roman" pitchFamily="18" charset="0"/>
                          <a:cs typeface="Arial" charset="0"/>
                        </a:rPr>
                        <a:t>Returns the next random number as a </a:t>
                      </a:r>
                      <a:r>
                        <a:rPr kumimoji="0" lang="en-US" sz="1800" b="0" i="0" u="none" strike="noStrike" cap="none" normalizeH="0" baseline="0">
                          <a:ln>
                            <a:noFill/>
                          </a:ln>
                          <a:solidFill>
                            <a:schemeClr val="tx1"/>
                          </a:solidFill>
                          <a:effectLst/>
                          <a:latin typeface="Courier New" pitchFamily="49" charset="0"/>
                          <a:cs typeface="Arial" charset="0"/>
                        </a:rPr>
                        <a:t>double</a:t>
                      </a:r>
                      <a:r>
                        <a:rPr kumimoji="0" lang="en-US" sz="1800" b="0" i="0" u="none" strike="noStrike" cap="none" normalizeH="0" baseline="0">
                          <a:ln>
                            <a:noFill/>
                          </a:ln>
                          <a:solidFill>
                            <a:schemeClr val="tx1"/>
                          </a:solidFill>
                          <a:effectLst/>
                          <a:latin typeface="Times New Roman" pitchFamily="18" charset="0"/>
                          <a:cs typeface="Arial" charset="0"/>
                        </a:rPr>
                        <a:t>.  The number will be within the range of 0.0 and 1.0.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740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Courier New" pitchFamily="49" charset="0"/>
                          <a:cs typeface="Arial" charset="0"/>
                        </a:rPr>
                        <a:t>nextFloat()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Times New Roman" pitchFamily="18" charset="0"/>
                          <a:cs typeface="Arial" charset="0"/>
                        </a:rPr>
                        <a:t>Returns the next random number as a </a:t>
                      </a:r>
                      <a:r>
                        <a:rPr kumimoji="0" lang="en-US" sz="1800" b="0" i="0" u="none" strike="noStrike" cap="none" normalizeH="0" baseline="0">
                          <a:ln>
                            <a:noFill/>
                          </a:ln>
                          <a:solidFill>
                            <a:schemeClr val="tx1"/>
                          </a:solidFill>
                          <a:effectLst/>
                          <a:latin typeface="Courier New" pitchFamily="49" charset="0"/>
                          <a:cs typeface="Arial" charset="0"/>
                        </a:rPr>
                        <a:t>float</a:t>
                      </a:r>
                      <a:r>
                        <a:rPr kumimoji="0" lang="en-US" sz="1800" b="0" i="0" u="none" strike="noStrike" cap="none" normalizeH="0" baseline="0">
                          <a:ln>
                            <a:noFill/>
                          </a:ln>
                          <a:solidFill>
                            <a:schemeClr val="tx1"/>
                          </a:solidFill>
                          <a:effectLst/>
                          <a:latin typeface="Times New Roman" pitchFamily="18" charset="0"/>
                          <a:cs typeface="Arial" charset="0"/>
                        </a:rPr>
                        <a:t>.  The number will be within the range of 0.0 and 1.0.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740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Courier New" pitchFamily="49" charset="0"/>
                          <a:cs typeface="Arial" charset="0"/>
                        </a:rPr>
                        <a:t>nextInt()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Times New Roman" pitchFamily="18" charset="0"/>
                          <a:cs typeface="Arial" charset="0"/>
                        </a:rPr>
                        <a:t>Returns the next random number as an </a:t>
                      </a:r>
                      <a:r>
                        <a:rPr kumimoji="0" lang="en-US" sz="1800" b="0" i="0" u="none" strike="noStrike" cap="none" normalizeH="0" baseline="0">
                          <a:ln>
                            <a:noFill/>
                          </a:ln>
                          <a:solidFill>
                            <a:schemeClr val="tx1"/>
                          </a:solidFill>
                          <a:effectLst/>
                          <a:latin typeface="Courier New" pitchFamily="49" charset="0"/>
                          <a:cs typeface="Arial" charset="0"/>
                        </a:rPr>
                        <a:t>int</a:t>
                      </a:r>
                      <a:r>
                        <a:rPr kumimoji="0" lang="en-US" sz="1800" b="0" i="0" u="none" strike="noStrike" cap="none" normalizeH="0" baseline="0">
                          <a:ln>
                            <a:noFill/>
                          </a:ln>
                          <a:solidFill>
                            <a:schemeClr val="tx1"/>
                          </a:solidFill>
                          <a:effectLst/>
                          <a:latin typeface="Times New Roman" pitchFamily="18" charset="0"/>
                          <a:cs typeface="Arial" charset="0"/>
                        </a:rPr>
                        <a:t>.  The number will be within the range of an </a:t>
                      </a:r>
                      <a:r>
                        <a:rPr kumimoji="0" lang="en-US" sz="1800" b="0" i="0" u="none" strike="noStrike" cap="none" normalizeH="0" baseline="0">
                          <a:ln>
                            <a:noFill/>
                          </a:ln>
                          <a:solidFill>
                            <a:schemeClr val="tx1"/>
                          </a:solidFill>
                          <a:effectLst/>
                          <a:latin typeface="Courier New" pitchFamily="49" charset="0"/>
                          <a:cs typeface="Arial" charset="0"/>
                        </a:rPr>
                        <a:t>int</a:t>
                      </a:r>
                      <a:r>
                        <a:rPr kumimoji="0" lang="en-US" sz="1800" b="0" i="0" u="none" strike="noStrike" cap="none" normalizeH="0" baseline="0">
                          <a:ln>
                            <a:noFill/>
                          </a:ln>
                          <a:solidFill>
                            <a:schemeClr val="tx1"/>
                          </a:solidFill>
                          <a:effectLst/>
                          <a:latin typeface="Times New Roman" pitchFamily="18" charset="0"/>
                          <a:cs typeface="Arial" charset="0"/>
                        </a:rPr>
                        <a:t>, which is –2,147,483,648 to +2,147,483,648.</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740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a:ln>
                            <a:noFill/>
                          </a:ln>
                          <a:solidFill>
                            <a:schemeClr val="tx1"/>
                          </a:solidFill>
                          <a:effectLst/>
                          <a:latin typeface="Courier New" pitchFamily="49" charset="0"/>
                          <a:cs typeface="Arial" charset="0"/>
                        </a:rPr>
                        <a:t>nextInt(int 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800" b="0" i="0" u="none" strike="noStrike" cap="none" normalizeH="0" baseline="0" dirty="0">
                          <a:ln>
                            <a:noFill/>
                          </a:ln>
                          <a:solidFill>
                            <a:schemeClr val="tx1"/>
                          </a:solidFill>
                          <a:effectLst/>
                          <a:latin typeface="Times New Roman" pitchFamily="18" charset="0"/>
                          <a:cs typeface="Arial" charset="0"/>
                        </a:rPr>
                        <a:t>This method accepts an integer argument, n.  It returns a random number as an </a:t>
                      </a:r>
                      <a:r>
                        <a:rPr kumimoji="0" lang="en-US" sz="1800" b="0" i="0" u="none" strike="noStrike" cap="none" normalizeH="0" baseline="0" dirty="0">
                          <a:ln>
                            <a:noFill/>
                          </a:ln>
                          <a:solidFill>
                            <a:schemeClr val="tx1"/>
                          </a:solidFill>
                          <a:effectLst/>
                          <a:latin typeface="Courier New" pitchFamily="49" charset="0"/>
                          <a:cs typeface="Arial" charset="0"/>
                        </a:rPr>
                        <a:t>int</a:t>
                      </a:r>
                      <a:r>
                        <a:rPr kumimoji="0" lang="en-US" sz="1800" b="0" i="0" u="none" strike="noStrike" cap="none" normalizeH="0" baseline="0" dirty="0">
                          <a:ln>
                            <a:noFill/>
                          </a:ln>
                          <a:solidFill>
                            <a:schemeClr val="tx1"/>
                          </a:solidFill>
                          <a:effectLst/>
                          <a:latin typeface="Times New Roman" pitchFamily="18" charset="0"/>
                          <a:cs typeface="Arial" charset="0"/>
                        </a:rPr>
                        <a:t>.  The number will be within the range of 0 to 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4">
            <a:extLst>
              <a:ext uri="{FF2B5EF4-FFF2-40B4-BE49-F238E27FC236}">
                <a16:creationId xmlns:a16="http://schemas.microsoft.com/office/drawing/2014/main" id="{38C60242-4C1D-F540-F0CF-C8CC2EE13F3B}"/>
              </a:ext>
            </a:extLst>
          </p:cNvPr>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00355" name="Picture 3">
            <a:extLst>
              <a:ext uri="{FF2B5EF4-FFF2-40B4-BE49-F238E27FC236}">
                <a16:creationId xmlns:a16="http://schemas.microsoft.com/office/drawing/2014/main" id="{A9FE9DB6-9BC9-5800-1FC5-33528D5B3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6">
            <a:extLst>
              <a:ext uri="{FF2B5EF4-FFF2-40B4-BE49-F238E27FC236}">
                <a16:creationId xmlns:a16="http://schemas.microsoft.com/office/drawing/2014/main" id="{AA09E872-3053-5EBD-4F79-0424E0E5977F}"/>
              </a:ext>
            </a:extLst>
          </p:cNvPr>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imes New Roman" panose="02020603050405020304" pitchFamily="18" charset="0"/>
                <a:cs typeface="Arial" panose="020B0604020202020204" pitchFamily="34" charset="0"/>
              </a:defRPr>
            </a:lvl1pPr>
            <a:lvl2pPr marL="742950" indent="-285750">
              <a:defRPr sz="2000">
                <a:solidFill>
                  <a:schemeClr val="tx1"/>
                </a:solidFill>
                <a:latin typeface="Times New Roman" panose="02020603050405020304" pitchFamily="18" charset="0"/>
                <a:cs typeface="Arial" panose="020B0604020202020204" pitchFamily="34" charset="0"/>
              </a:defRPr>
            </a:lvl2pPr>
            <a:lvl3pPr marL="1143000" indent="-228600">
              <a:defRPr sz="2000">
                <a:solidFill>
                  <a:schemeClr val="tx1"/>
                </a:solidFill>
                <a:latin typeface="Times New Roman" panose="02020603050405020304" pitchFamily="18" charset="0"/>
                <a:cs typeface="Arial" panose="020B0604020202020204" pitchFamily="34" charset="0"/>
              </a:defRPr>
            </a:lvl3pPr>
            <a:lvl4pPr marL="1600200" indent="-228600">
              <a:defRPr sz="2000">
                <a:solidFill>
                  <a:schemeClr val="tx1"/>
                </a:solidFill>
                <a:latin typeface="Times New Roman" panose="02020603050405020304" pitchFamily="18" charset="0"/>
                <a:cs typeface="Arial" panose="020B0604020202020204" pitchFamily="34" charset="0"/>
              </a:defRPr>
            </a:lvl4pPr>
            <a:lvl5pPr marL="2057400" indent="-228600">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cs typeface="Arial" panose="020B0604020202020204" pitchFamily="34" charset="0"/>
              </a:defRPr>
            </a:lvl9pPr>
          </a:lstStyle>
          <a:p>
            <a:r>
              <a:rPr lang="en-US" altLang="en-US" sz="1400" b="1">
                <a:solidFill>
                  <a:srgbClr val="000000"/>
                </a:solidFill>
                <a:latin typeface="Arial" panose="020B0604020202020204" pitchFamily="34" charset="0"/>
                <a:ea typeface="ヒラギノ角ゴ Pro W3"/>
                <a:cs typeface="ヒラギノ角ゴ Pro W3"/>
              </a:rPr>
              <a:t>This work is protected by United States copyright laws and is provided solely</a:t>
            </a:r>
            <a:br>
              <a:rPr lang="en-US" altLang="en-US" sz="1400" b="1">
                <a:solidFill>
                  <a:srgbClr val="000000"/>
                </a:solidFill>
                <a:latin typeface="Arial" panose="020B0604020202020204" pitchFamily="34" charset="0"/>
                <a:ea typeface="ヒラギノ角ゴ Pro W3"/>
                <a:cs typeface="ヒラギノ角ゴ Pro W3"/>
              </a:rPr>
            </a:br>
            <a:r>
              <a:rPr lang="en-US" altLang="en-US" sz="1400" b="1">
                <a:solidFill>
                  <a:srgbClr val="000000"/>
                </a:solidFill>
                <a:latin typeface="Arial" panose="020B0604020202020204" pitchFamily="34" charset="0"/>
                <a:ea typeface="ヒラギノ角ゴ Pro W3"/>
                <a:cs typeface="ヒラギノ角ゴ Pro W3"/>
              </a:rPr>
              <a:t>   for the use of instructions in teaching their courses and assessing student</a:t>
            </a:r>
            <a:br>
              <a:rPr lang="en-US" altLang="en-US" sz="1400" b="1">
                <a:solidFill>
                  <a:srgbClr val="000000"/>
                </a:solidFill>
                <a:latin typeface="Arial" panose="020B0604020202020204" pitchFamily="34" charset="0"/>
                <a:ea typeface="ヒラギノ角ゴ Pro W3"/>
                <a:cs typeface="ヒラギノ角ゴ Pro W3"/>
              </a:rPr>
            </a:br>
            <a:r>
              <a:rPr lang="en-US" altLang="en-US" sz="1400" b="1">
                <a:solidFill>
                  <a:srgbClr val="000000"/>
                </a:solidFill>
                <a:latin typeface="Arial" panose="020B0604020202020204" pitchFamily="34" charset="0"/>
                <a:ea typeface="ヒラギノ角ゴ Pro W3"/>
                <a:cs typeface="ヒラギノ角ゴ Pro W3"/>
              </a:rPr>
              <a:t>    learning. dissemination or sale of any part of this work (including on the</a:t>
            </a:r>
            <a:br>
              <a:rPr lang="en-US" altLang="en-US" sz="1400" b="1">
                <a:solidFill>
                  <a:srgbClr val="000000"/>
                </a:solidFill>
                <a:latin typeface="Arial" panose="020B0604020202020204" pitchFamily="34" charset="0"/>
                <a:ea typeface="ヒラギノ角ゴ Pro W3"/>
                <a:cs typeface="ヒラギノ角ゴ Pro W3"/>
              </a:rPr>
            </a:br>
            <a:r>
              <a:rPr lang="en-US" altLang="en-US" sz="1400" b="1">
                <a:solidFill>
                  <a:srgbClr val="000000"/>
                </a:solidFill>
                <a:latin typeface="Arial" panose="020B0604020202020204" pitchFamily="34" charset="0"/>
                <a:ea typeface="ヒラギノ角ゴ Pro W3"/>
                <a:cs typeface="ヒラギノ角ゴ Pro W3"/>
              </a:rPr>
              <a:t>        World Wide Web) will destroy the integrity of the work and is not permit-</a:t>
            </a:r>
            <a:br>
              <a:rPr lang="en-US" altLang="en-US" sz="1400" b="1">
                <a:solidFill>
                  <a:srgbClr val="000000"/>
                </a:solidFill>
                <a:latin typeface="Arial" panose="020B0604020202020204" pitchFamily="34" charset="0"/>
                <a:ea typeface="ヒラギノ角ゴ Pro W3"/>
                <a:cs typeface="ヒラギノ角ゴ Pro W3"/>
              </a:rPr>
            </a:br>
            <a:r>
              <a:rPr lang="en-US" altLang="en-US" sz="1400" b="1">
                <a:solidFill>
                  <a:srgbClr val="000000"/>
                </a:solidFill>
                <a:latin typeface="Arial" panose="020B0604020202020204" pitchFamily="34" charset="0"/>
                <a:ea typeface="ヒラギノ角ゴ Pro W3"/>
                <a:cs typeface="ヒラギノ角ゴ Pro W3"/>
              </a:rPr>
              <a:t>           ted. The work and materials from it should never be made available to</a:t>
            </a:r>
          </a:p>
          <a:p>
            <a:r>
              <a:rPr lang="en-US" altLang="en-US" sz="1400" b="1">
                <a:solidFill>
                  <a:srgbClr val="000000"/>
                </a:solidFill>
                <a:latin typeface="Arial" panose="020B0604020202020204" pitchFamily="34" charset="0"/>
                <a:ea typeface="ヒラギノ角ゴ Pro W3"/>
                <a:cs typeface="ヒラギノ角ゴ Pro W3"/>
              </a:rPr>
              <a:t>             students except by instructors using the accompanying text in their</a:t>
            </a:r>
            <a:br>
              <a:rPr lang="en-US" altLang="en-US" sz="1400" b="1">
                <a:solidFill>
                  <a:srgbClr val="000000"/>
                </a:solidFill>
                <a:latin typeface="Arial" panose="020B0604020202020204" pitchFamily="34" charset="0"/>
                <a:ea typeface="ヒラギノ角ゴ Pro W3"/>
                <a:cs typeface="ヒラギノ角ゴ Pro W3"/>
              </a:rPr>
            </a:br>
            <a:r>
              <a:rPr lang="en-US" altLang="en-US" sz="1400" b="1">
                <a:solidFill>
                  <a:srgbClr val="000000"/>
                </a:solidFill>
                <a:latin typeface="Arial" panose="020B0604020202020204" pitchFamily="34" charset="0"/>
                <a:ea typeface="ヒラギノ角ゴ Pro W3"/>
                <a:cs typeface="ヒラギノ角ゴ Pro W3"/>
              </a:rPr>
              <a:t>               classes. All recipients of this work are expected to abide by these</a:t>
            </a:r>
          </a:p>
          <a:p>
            <a:r>
              <a:rPr lang="en-US" altLang="en-US" sz="1400" b="1">
                <a:solidFill>
                  <a:srgbClr val="000000"/>
                </a:solidFill>
                <a:latin typeface="Arial" panose="020B0604020202020204" pitchFamily="34" charset="0"/>
                <a:ea typeface="ヒラギノ角ゴ Pro W3"/>
                <a:cs typeface="ヒラギノ角ゴ Pro W3"/>
              </a:rPr>
              <a:t>restrictions and to honor the intended pedagogical purposes and the needs of</a:t>
            </a:r>
          </a:p>
          <a:p>
            <a:r>
              <a:rPr lang="en-US" altLang="en-US" sz="1400" b="1">
                <a:solidFill>
                  <a:srgbClr val="000000"/>
                </a:solidFill>
                <a:latin typeface="Arial" panose="020B0604020202020204" pitchFamily="34" charset="0"/>
                <a:ea typeface="ヒラギノ角ゴ Pro W3"/>
                <a:cs typeface="ヒラギノ角ゴ Pro W3"/>
              </a:rPr>
              <a:t>other instructors who rely on these materials.</a:t>
            </a:r>
            <a:endParaRPr lang="en-IN" altLang="en-US" sz="1400" b="1">
              <a:solidFill>
                <a:srgbClr val="000000"/>
              </a:solidFill>
              <a:latin typeface="Arial" panose="020B0604020202020204" pitchFamily="34" charset="0"/>
              <a:ea typeface="ヒラギノ角ゴ Pro W3"/>
              <a:cs typeface="ヒラギノ角ゴ Pro W3"/>
            </a:endParaRPr>
          </a:p>
        </p:txBody>
      </p:sp>
    </p:spTree>
  </p:cSld>
  <p:clrMapOvr>
    <a:masterClrMapping/>
  </p:clrMapOvr>
</p:sld>
</file>

<file path=ppt/theme/theme1.xml><?xml version="1.0" encoding="utf-8"?>
<a:theme xmlns:a="http://schemas.openxmlformats.org/drawingml/2006/main" name="2_Gaddis_CntrlStrc">
  <a:themeElements>
    <a:clrScheme name="2_Gaddis_CntrlStrc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Gaddis_CntrlStrc">
      <a:majorFont>
        <a:latin typeface="Arial"/>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2_Gaddis_CntrlStrc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Gaddis_CntrlStrc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Gaddis_CntrlStrc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Gaddis_CntrlStrc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Gaddis_CntrlStrc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Gaddis_CntrlStrc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Gaddis_CntrlStrc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Gaddis_CntrlStrc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Gaddis_CntrlStrc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Gaddis_CntrlStrc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Gaddis_CntrlStrc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Gaddis_CntrlStrc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
  <TotalTime>1923</TotalTime>
  <Words>2935</Words>
  <Application>Microsoft Office PowerPoint</Application>
  <PresentationFormat>On-screen Show (4:3)</PresentationFormat>
  <Paragraphs>361</Paragraphs>
  <Slides>47</Slides>
  <Notes>43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47</vt:i4>
      </vt:variant>
    </vt:vector>
  </HeadingPairs>
  <TitlesOfParts>
    <vt:vector size="56" baseType="lpstr">
      <vt:lpstr>Times New Roman</vt:lpstr>
      <vt:lpstr>Arial</vt:lpstr>
      <vt:lpstr> Arial</vt:lpstr>
      <vt:lpstr>Verdana</vt:lpstr>
      <vt:lpstr>ヒラギノ角ゴ Pro W3</vt:lpstr>
      <vt:lpstr>Tw Cen MT</vt:lpstr>
      <vt:lpstr>Courier New</vt:lpstr>
      <vt:lpstr>2_Gaddis_CntrlStrc</vt:lpstr>
      <vt:lpstr>1_508 Lecture</vt:lpstr>
      <vt:lpstr>STARTING OUT WITH JAVATM</vt:lpstr>
      <vt:lpstr>Chapter Topics (1 of 2)</vt:lpstr>
      <vt:lpstr>Chapter Topics (2 of 2)</vt:lpstr>
      <vt:lpstr>The Increment and Decrement Operators</vt:lpstr>
      <vt:lpstr>Differences Between Prefix and Postfix</vt:lpstr>
      <vt:lpstr>The while Loop (1 of 2)</vt:lpstr>
      <vt:lpstr>The while Loop (2 of 2)</vt:lpstr>
      <vt:lpstr>The while loop Flowchart</vt:lpstr>
      <vt:lpstr>Infinite Loops (1 of 2)</vt:lpstr>
      <vt:lpstr>Infinite Loops (2 of 2)</vt:lpstr>
      <vt:lpstr>Block Statements in Loops</vt:lpstr>
      <vt:lpstr>The while Loop for Input Validation</vt:lpstr>
      <vt:lpstr>The do-while Loop</vt:lpstr>
      <vt:lpstr>The do-while Loop Flowchart</vt:lpstr>
      <vt:lpstr>The for Loop</vt:lpstr>
      <vt:lpstr>The for Loop Flowchart</vt:lpstr>
      <vt:lpstr>The Sections of The for Loop</vt:lpstr>
      <vt:lpstr>The for Loop Initialization</vt:lpstr>
      <vt:lpstr>The Update Expression</vt:lpstr>
      <vt:lpstr>Modifying The Control Variable</vt:lpstr>
      <vt:lpstr>Multiple Initializations and Updates</vt:lpstr>
      <vt:lpstr>Running Totals</vt:lpstr>
      <vt:lpstr>Logic for Calculating a Running Total</vt:lpstr>
      <vt:lpstr>Sentinel Values</vt:lpstr>
      <vt:lpstr>Nested Loops</vt:lpstr>
      <vt:lpstr>The break Statement</vt:lpstr>
      <vt:lpstr>The continue Statement</vt:lpstr>
      <vt:lpstr>Deciding Which Loops to Use</vt:lpstr>
      <vt:lpstr>File Input and Output</vt:lpstr>
      <vt:lpstr>Writing Text To a File</vt:lpstr>
      <vt:lpstr>The PrintWriter Class (1 of 3)</vt:lpstr>
      <vt:lpstr>The PrintWriter Class (2 of 3)</vt:lpstr>
      <vt:lpstr>The PrintWriter Class (3 of 3)</vt:lpstr>
      <vt:lpstr>Exceptions (1 of 2)</vt:lpstr>
      <vt:lpstr>Exceptions (2 of 2)</vt:lpstr>
      <vt:lpstr>Appending Text to a File</vt:lpstr>
      <vt:lpstr>Specifying a File Location (1 of 2)</vt:lpstr>
      <vt:lpstr>Specifying a File Location (2 of 2)</vt:lpstr>
      <vt:lpstr>Reading Data From a File (1 of 3)</vt:lpstr>
      <vt:lpstr>Reading Data From a File (2 of 3)</vt:lpstr>
      <vt:lpstr>Reading Data From a File (3 of 3)</vt:lpstr>
      <vt:lpstr>Exceptions</vt:lpstr>
      <vt:lpstr>Detecting The End of a File</vt:lpstr>
      <vt:lpstr>Detecting the End  of a File</vt:lpstr>
      <vt:lpstr>Generating Random Numbers with the Random Class</vt:lpstr>
      <vt:lpstr>Some Methods of the  Random Class</vt:lpstr>
      <vt:lpstr>Copyright</vt:lpstr>
    </vt:vector>
  </TitlesOfParts>
  <Manager/>
  <Company>©2016 Pearson Addison-Wesley. All rights reserved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subject>Loops and Files</dc:subject>
  <dc:creator>Tony Gaddis</dc:creator>
  <cp:keywords/>
  <dc:description/>
  <cp:lastModifiedBy>Jasthi, Jasthi (DI SW PLM LCS DEVOPS)</cp:lastModifiedBy>
  <cp:revision>101</cp:revision>
  <cp:lastPrinted>2009-04-22T19:24:48Z</cp:lastPrinted>
  <dcterms:created xsi:type="dcterms:W3CDTF">2003-08-04T04:44:15Z</dcterms:created>
  <dcterms:modified xsi:type="dcterms:W3CDTF">2024-02-14T20:39:04Z</dcterms:modified>
  <cp:category/>
</cp:coreProperties>
</file>